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ink/ink1.xml" ContentType="application/inkml+xml"/>
  <Override PartName="/ppt/ink/ink2.xml" ContentType="application/inkml+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2" r:id="rId2"/>
    <p:sldId id="264" r:id="rId3"/>
    <p:sldId id="279" r:id="rId4"/>
    <p:sldId id="292" r:id="rId5"/>
    <p:sldId id="293" r:id="rId6"/>
    <p:sldId id="281" r:id="rId7"/>
    <p:sldId id="289" r:id="rId8"/>
    <p:sldId id="295" r:id="rId9"/>
    <p:sldId id="299" r:id="rId10"/>
    <p:sldId id="300" r:id="rId11"/>
    <p:sldId id="297" r:id="rId12"/>
    <p:sldId id="286" r:id="rId13"/>
    <p:sldId id="294" r:id="rId14"/>
    <p:sldId id="263" r:id="rId15"/>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84293" autoAdjust="0"/>
  </p:normalViewPr>
  <p:slideViewPr>
    <p:cSldViewPr snapToGrid="0" showGuides="1">
      <p:cViewPr varScale="1">
        <p:scale>
          <a:sx n="93" d="100"/>
          <a:sy n="93" d="100"/>
        </p:scale>
        <p:origin x="724"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1-19T10:24:02.363"/>
    </inkml:context>
    <inkml:brush xml:id="br0">
      <inkml:brushProperty name="height" value="0.053" units="cm"/>
    </inkml:brush>
  </inkml:definitions>
  <inkml:trace contextRef="#ctx0" brushRef="#br0">1 1 4162 0 0,'0'0'1152'0'0,"0"0"-447"0"0,0 0 47 0 0,0 0-80 0 0,0 0-463 0 0,0 0-209 0 0,31 0 0 0 0,-31 0 0 0 0,0 0-257 0 0,0 0-1023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1-19T10:24:05.383"/>
    </inkml:context>
    <inkml:brush xml:id="br0">
      <inkml:brushProperty name="width" value="0.05" units="cm"/>
      <inkml:brushProperty name="height" value="0.05" units="cm"/>
    </inkml:brush>
  </inkml:definitions>
  <inkml:trace contextRef="#ctx0" brushRef="#br0">1 1 2289 0 0,'0'0'176'0'0,"0"0"-160"0"0,0 0 48 0 0,0 0-240 0 0,0 0-2017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57260-96AC-4331-A420-F0B128CC463E}" type="datetimeFigureOut">
              <a:rPr lang="fi-FI" smtClean="0"/>
              <a:t>26.11.2025</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A30BA-0CC1-40AB-AE80-2F533EB15740}" type="slidenum">
              <a:rPr lang="fi-FI" smtClean="0"/>
              <a:t>‹#›</a:t>
            </a:fld>
            <a:endParaRPr lang="fi-FI"/>
          </a:p>
        </p:txBody>
      </p:sp>
    </p:spTree>
    <p:extLst>
      <p:ext uri="{BB962C8B-B14F-4D97-AF65-F5344CB8AC3E}">
        <p14:creationId xmlns:p14="http://schemas.microsoft.com/office/powerpoint/2010/main" val="3310184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measurement</a:t>
            </a:r>
            <a:r>
              <a:rPr lang="en-US" baseline="0" dirty="0"/>
              <a:t> from a presumed healthy subject, dataset reference 14 in paper</a:t>
            </a:r>
          </a:p>
          <a:p>
            <a:r>
              <a:rPr lang="en-US" baseline="0" dirty="0"/>
              <a:t>[17] measurement from a subject with </a:t>
            </a:r>
            <a:r>
              <a:rPr lang="en-US" baseline="0" dirty="0" err="1"/>
              <a:t>valvular</a:t>
            </a:r>
            <a:r>
              <a:rPr lang="en-US" baseline="0" dirty="0"/>
              <a:t> heard disease, dataset reference 17 in paper.</a:t>
            </a:r>
            <a:endParaRPr lang="en-US" dirty="0"/>
          </a:p>
        </p:txBody>
      </p:sp>
      <p:sp>
        <p:nvSpPr>
          <p:cNvPr id="4" name="Slide Number Placeholder 3"/>
          <p:cNvSpPr>
            <a:spLocks noGrp="1"/>
          </p:cNvSpPr>
          <p:nvPr>
            <p:ph type="sldNum" sz="quarter" idx="10"/>
          </p:nvPr>
        </p:nvSpPr>
        <p:spPr/>
        <p:txBody>
          <a:bodyPr/>
          <a:lstStyle/>
          <a:p>
            <a:fld id="{D24A30BA-0CC1-40AB-AE80-2F533EB15740}" type="slidenum">
              <a:rPr lang="fi-FI" smtClean="0"/>
              <a:t>5</a:t>
            </a:fld>
            <a:endParaRPr lang="fi-FI"/>
          </a:p>
        </p:txBody>
      </p:sp>
    </p:spTree>
    <p:extLst>
      <p:ext uri="{BB962C8B-B14F-4D97-AF65-F5344CB8AC3E}">
        <p14:creationId xmlns:p14="http://schemas.microsoft.com/office/powerpoint/2010/main" val="1997598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inspired by </a:t>
            </a:r>
            <a:r>
              <a:rPr lang="en-US" dirty="0" err="1"/>
              <a:t>svmd</a:t>
            </a:r>
            <a:r>
              <a:rPr lang="en-US" dirty="0"/>
              <a:t> at a high level</a:t>
            </a:r>
            <a:r>
              <a:rPr lang="en-US" baseline="0" dirty="0"/>
              <a:t>. The method does the following:</a:t>
            </a:r>
          </a:p>
          <a:p>
            <a:r>
              <a:rPr lang="en-US" dirty="0"/>
              <a:t>Isolate the strongest periodic feature first and extracting several</a:t>
            </a:r>
            <a:r>
              <a:rPr lang="en-US" baseline="0" dirty="0"/>
              <a:t> </a:t>
            </a:r>
            <a:r>
              <a:rPr lang="fi-FI" dirty="0" err="1"/>
              <a:t>intrinsixc</a:t>
            </a:r>
            <a:r>
              <a:rPr lang="fi-FI" dirty="0"/>
              <a:t> </a:t>
            </a:r>
            <a:r>
              <a:rPr lang="fi-FI" dirty="0" err="1"/>
              <a:t>mode</a:t>
            </a:r>
            <a:r>
              <a:rPr lang="fi-FI" dirty="0"/>
              <a:t> </a:t>
            </a:r>
            <a:r>
              <a:rPr lang="fi-FI" dirty="0" err="1"/>
              <a:t>functions</a:t>
            </a:r>
            <a:endParaRPr lang="en-US" dirty="0"/>
          </a:p>
          <a:p>
            <a:r>
              <a:rPr lang="en-US" dirty="0"/>
              <a:t>Remove it from the residual</a:t>
            </a:r>
          </a:p>
          <a:p>
            <a:r>
              <a:rPr lang="en-US" dirty="0"/>
              <a:t>Repeat on the diminishing residual until only noise or no significant oscillations remain</a:t>
            </a:r>
          </a:p>
          <a:p>
            <a:r>
              <a:rPr lang="en-US" dirty="0"/>
              <a:t>*This gives fine-grained control over isolating and reconstructing only the most significant periodic components of a</a:t>
            </a:r>
            <a:r>
              <a:rPr lang="en-US" baseline="0" dirty="0"/>
              <a:t> given</a:t>
            </a:r>
            <a:r>
              <a:rPr lang="en-US" dirty="0"/>
              <a:t> time series</a:t>
            </a:r>
          </a:p>
          <a:p>
            <a:endParaRPr lang="en-US" dirty="0"/>
          </a:p>
          <a:p>
            <a:r>
              <a:rPr lang="en-US" dirty="0"/>
              <a:t>Reconstruction is done by examining</a:t>
            </a:r>
            <a:r>
              <a:rPr lang="en-US" baseline="0" dirty="0"/>
              <a:t> the waveform factor of each mode. Modes that have a higher waveform factor than the average of all extracted modes are kept for the reconstructed signal by summing all IMFs that pass the criteria. </a:t>
            </a:r>
            <a:endParaRPr lang="en-US" dirty="0"/>
          </a:p>
          <a:p>
            <a:endParaRPr lang="en-US" dirty="0"/>
          </a:p>
          <a:p>
            <a:r>
              <a:rPr lang="en-US" dirty="0"/>
              <a:t>For the CWT we </a:t>
            </a:r>
            <a:r>
              <a:rPr lang="en-US" dirty="0" err="1"/>
              <a:t>basicall</a:t>
            </a:r>
            <a:r>
              <a:rPr lang="en-US" dirty="0"/>
              <a:t> apply 2d</a:t>
            </a:r>
            <a:r>
              <a:rPr lang="en-US" baseline="0" dirty="0"/>
              <a:t> smoothing to the CWT and then high and low frequency </a:t>
            </a:r>
            <a:r>
              <a:rPr lang="en-US" baseline="0" dirty="0" err="1"/>
              <a:t>thresholding</a:t>
            </a:r>
            <a:r>
              <a:rPr lang="en-US" baseline="0" dirty="0"/>
              <a:t> to isolate the AO signal from the SCG Z-axis signal.</a:t>
            </a:r>
            <a:endParaRPr lang="en-US" dirty="0"/>
          </a:p>
          <a:p>
            <a:endParaRPr lang="en-US" dirty="0"/>
          </a:p>
        </p:txBody>
      </p:sp>
      <p:sp>
        <p:nvSpPr>
          <p:cNvPr id="4" name="Slide Number Placeholder 3"/>
          <p:cNvSpPr>
            <a:spLocks noGrp="1"/>
          </p:cNvSpPr>
          <p:nvPr>
            <p:ph type="sldNum" sz="quarter" idx="10"/>
          </p:nvPr>
        </p:nvSpPr>
        <p:spPr/>
        <p:txBody>
          <a:bodyPr/>
          <a:lstStyle/>
          <a:p>
            <a:fld id="{D24A30BA-0CC1-40AB-AE80-2F533EB15740}" type="slidenum">
              <a:rPr lang="fi-FI" smtClean="0"/>
              <a:t>9</a:t>
            </a:fld>
            <a:endParaRPr lang="fi-FI"/>
          </a:p>
        </p:txBody>
      </p:sp>
    </p:spTree>
    <p:extLst>
      <p:ext uri="{BB962C8B-B14F-4D97-AF65-F5344CB8AC3E}">
        <p14:creationId xmlns:p14="http://schemas.microsoft.com/office/powerpoint/2010/main" val="3699996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ansi valkoinen">
    <p:spTree>
      <p:nvGrpSpPr>
        <p:cNvPr id="1" name=""/>
        <p:cNvGrpSpPr/>
        <p:nvPr/>
      </p:nvGrpSpPr>
      <p:grpSpPr>
        <a:xfrm>
          <a:off x="0" y="0"/>
          <a:ext cx="0" cy="0"/>
          <a:chOff x="0" y="0"/>
          <a:chExt cx="0" cy="0"/>
        </a:xfrm>
      </p:grpSpPr>
      <p:sp>
        <p:nvSpPr>
          <p:cNvPr id="9" name="Tekstin paikkamerkki 12">
            <a:extLst>
              <a:ext uri="{FF2B5EF4-FFF2-40B4-BE49-F238E27FC236}">
                <a16:creationId xmlns:a16="http://schemas.microsoft.com/office/drawing/2014/main" id="{B08D2941-A7E5-4C26-B320-579010B602E5}"/>
              </a:ext>
            </a:extLst>
          </p:cNvPr>
          <p:cNvSpPr>
            <a:spLocks noGrp="1"/>
          </p:cNvSpPr>
          <p:nvPr>
            <p:ph type="body" sz="quarter" idx="12"/>
          </p:nvPr>
        </p:nvSpPr>
        <p:spPr>
          <a:xfrm>
            <a:off x="868018" y="4745772"/>
            <a:ext cx="7480852" cy="328033"/>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70560" y="5191347"/>
            <a:ext cx="3190045" cy="1186635"/>
          </a:xfrm>
          <a:prstGeom prst="rect">
            <a:avLst/>
          </a:prstGeom>
        </p:spPr>
      </p:pic>
      <p:sp>
        <p:nvSpPr>
          <p:cNvPr id="4" name="Date Placeholder 3"/>
          <p:cNvSpPr>
            <a:spLocks noGrp="1"/>
          </p:cNvSpPr>
          <p:nvPr>
            <p:ph type="dt" sz="half" idx="13"/>
          </p:nvPr>
        </p:nvSpPr>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5" name="Footer Placeholder 4"/>
          <p:cNvSpPr>
            <a:spLocks noGrp="1"/>
          </p:cNvSpPr>
          <p:nvPr>
            <p:ph type="ftr" sz="quarter" idx="14"/>
          </p:nvPr>
        </p:nvSpPr>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endParaRPr lang="fi-FI" dirty="0"/>
          </a:p>
        </p:txBody>
      </p:sp>
      <p:sp>
        <p:nvSpPr>
          <p:cNvPr id="6" name="Slide Number Placeholder 5"/>
          <p:cNvSpPr>
            <a:spLocks noGrp="1"/>
          </p:cNvSpPr>
          <p:nvPr>
            <p:ph type="sldNum" sz="quarter" idx="15"/>
          </p:nvPr>
        </p:nvSpPr>
        <p:spPr>
          <a:xfrm>
            <a:off x="8804753"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sp>
        <p:nvSpPr>
          <p:cNvPr id="10" name="Alaotsikko 2">
            <a:extLst>
              <a:ext uri="{FF2B5EF4-FFF2-40B4-BE49-F238E27FC236}">
                <a16:creationId xmlns:a16="http://schemas.microsoft.com/office/drawing/2014/main" id="{66072717-81C3-4F6B-9309-1674C171F521}"/>
              </a:ext>
            </a:extLst>
          </p:cNvPr>
          <p:cNvSpPr>
            <a:spLocks noGrp="1"/>
          </p:cNvSpPr>
          <p:nvPr>
            <p:ph type="subTitle" idx="1"/>
          </p:nvPr>
        </p:nvSpPr>
        <p:spPr>
          <a:xfrm>
            <a:off x="868018" y="3973860"/>
            <a:ext cx="7478692" cy="674339"/>
          </a:xfrm>
        </p:spPr>
        <p:txBody>
          <a:bodyPr>
            <a:normAutofit/>
          </a:bodyPr>
          <a:lstStyle>
            <a:lvl1pPr marL="0" indent="0" algn="l">
              <a:buNone/>
              <a:defRPr sz="2000" b="1"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Otsikko 1">
            <a:extLst>
              <a:ext uri="{FF2B5EF4-FFF2-40B4-BE49-F238E27FC236}">
                <a16:creationId xmlns:a16="http://schemas.microsoft.com/office/drawing/2014/main" id="{CA4F6AB8-5B3A-4D26-91F4-2F9CDEAFF08A}"/>
              </a:ext>
            </a:extLst>
          </p:cNvPr>
          <p:cNvSpPr>
            <a:spLocks noGrp="1"/>
          </p:cNvSpPr>
          <p:nvPr>
            <p:ph type="ctrTitle"/>
          </p:nvPr>
        </p:nvSpPr>
        <p:spPr>
          <a:xfrm>
            <a:off x="868018" y="910802"/>
            <a:ext cx="10440000" cy="2751522"/>
          </a:xfrm>
        </p:spPr>
        <p:txBody>
          <a:bodyPr anchor="b">
            <a:normAutofit/>
          </a:bodyPr>
          <a:lstStyle>
            <a:lvl1pPr algn="l">
              <a:defRPr sz="9600" b="1">
                <a:solidFill>
                  <a:schemeClr val="tx1"/>
                </a:solidFill>
              </a:defRPr>
            </a:lvl1pPr>
          </a:lstStyle>
          <a:p>
            <a:r>
              <a:rPr lang="en-US"/>
              <a:t>Click to edit Master title style</a:t>
            </a:r>
            <a:endParaRPr lang="fi-FI" dirty="0"/>
          </a:p>
        </p:txBody>
      </p:sp>
    </p:spTree>
    <p:extLst>
      <p:ext uri="{BB962C8B-B14F-4D97-AF65-F5344CB8AC3E}">
        <p14:creationId xmlns:p14="http://schemas.microsoft.com/office/powerpoint/2010/main" val="3001481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ansi musta">
    <p:bg>
      <p:bgPr>
        <a:solidFill>
          <a:schemeClr val="tx2"/>
        </a:solidFill>
        <a:effectLst/>
      </p:bgPr>
    </p:bg>
    <p:spTree>
      <p:nvGrpSpPr>
        <p:cNvPr id="1" name=""/>
        <p:cNvGrpSpPr/>
        <p:nvPr/>
      </p:nvGrpSpPr>
      <p:grpSpPr>
        <a:xfrm>
          <a:off x="0" y="0"/>
          <a:ext cx="0" cy="0"/>
          <a:chOff x="0" y="0"/>
          <a:chExt cx="0" cy="0"/>
        </a:xfrm>
      </p:grpSpPr>
      <p:sp>
        <p:nvSpPr>
          <p:cNvPr id="13" name="Tekstin paikkamerkki 12">
            <a:extLst>
              <a:ext uri="{FF2B5EF4-FFF2-40B4-BE49-F238E27FC236}">
                <a16:creationId xmlns:a16="http://schemas.microsoft.com/office/drawing/2014/main" id="{889DA205-0B6C-45D6-91B2-25C1E2981B60}"/>
              </a:ext>
            </a:extLst>
          </p:cNvPr>
          <p:cNvSpPr>
            <a:spLocks noGrp="1"/>
          </p:cNvSpPr>
          <p:nvPr>
            <p:ph type="body" sz="quarter" idx="12"/>
          </p:nvPr>
        </p:nvSpPr>
        <p:spPr>
          <a:xfrm>
            <a:off x="868018" y="4745772"/>
            <a:ext cx="7478692" cy="327673"/>
          </a:xfrm>
        </p:spPr>
        <p:txBody>
          <a:bodyPr>
            <a:normAutofit/>
          </a:bodyPr>
          <a:lstStyle>
            <a:lvl1pPr marL="0" indent="0">
              <a:buNone/>
              <a:defRPr sz="160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a:t>Edit Master text styles</a:t>
            </a:r>
          </a:p>
        </p:txBody>
      </p:sp>
      <mc:AlternateContent xmlns:mc="http://schemas.openxmlformats.org/markup-compatibility/2006" xmlns:p14="http://schemas.microsoft.com/office/powerpoint/2010/main">
        <mc:Choice Requires="p14">
          <p:contentPart p14:bwMode="auto" r:id="rId2">
            <p14:nvContentPartPr>
              <p14:cNvPr id="14" name="Käsinkirjoitus 13">
                <a:extLst>
                  <a:ext uri="{FF2B5EF4-FFF2-40B4-BE49-F238E27FC236}">
                    <a16:creationId xmlns:a16="http://schemas.microsoft.com/office/drawing/2014/main" id="{CEC5EDC0-A0E0-4F47-928F-B20B8076E634}"/>
                  </a:ext>
                </a:extLst>
              </p14:cNvPr>
              <p14:cNvContentPartPr/>
              <p14:nvPr userDrawn="1"/>
            </p14:nvContentPartPr>
            <p14:xfrm>
              <a:off x="2731856" y="4694400"/>
              <a:ext cx="11520" cy="360"/>
            </p14:xfrm>
          </p:contentPart>
        </mc:Choice>
        <mc:Fallback xmlns="">
          <p:pic>
            <p:nvPicPr>
              <p:cNvPr id="14" name="Käsinkirjoitus 13">
                <a:extLst>
                  <a:ext uri="{FF2B5EF4-FFF2-40B4-BE49-F238E27FC236}">
                    <a16:creationId xmlns:a16="http://schemas.microsoft.com/office/drawing/2014/main" id="{CEC5EDC0-A0E0-4F47-928F-B20B8076E634}"/>
                  </a:ext>
                </a:extLst>
              </p:cNvPr>
              <p:cNvPicPr/>
              <p:nvPr/>
            </p:nvPicPr>
            <p:blipFill>
              <a:blip r:embed="rId4"/>
              <a:stretch>
                <a:fillRect/>
              </a:stretch>
            </p:blipFill>
            <p:spPr>
              <a:xfrm>
                <a:off x="2722496" y="4685040"/>
                <a:ext cx="3024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Käsinkirjoitus 14">
                <a:extLst>
                  <a:ext uri="{FF2B5EF4-FFF2-40B4-BE49-F238E27FC236}">
                    <a16:creationId xmlns:a16="http://schemas.microsoft.com/office/drawing/2014/main" id="{469EDAD8-DE64-4AA1-99EB-7E6A49453D5D}"/>
                  </a:ext>
                </a:extLst>
              </p14:cNvPr>
              <p14:cNvContentPartPr/>
              <p14:nvPr userDrawn="1"/>
            </p14:nvContentPartPr>
            <p14:xfrm>
              <a:off x="2642576" y="4739040"/>
              <a:ext cx="360" cy="360"/>
            </p14:xfrm>
          </p:contentPart>
        </mc:Choice>
        <mc:Fallback xmlns="">
          <p:pic>
            <p:nvPicPr>
              <p:cNvPr id="15" name="Käsinkirjoitus 14">
                <a:extLst>
                  <a:ext uri="{FF2B5EF4-FFF2-40B4-BE49-F238E27FC236}">
                    <a16:creationId xmlns:a16="http://schemas.microsoft.com/office/drawing/2014/main" id="{469EDAD8-DE64-4AA1-99EB-7E6A49453D5D}"/>
                  </a:ext>
                </a:extLst>
              </p:cNvPr>
              <p:cNvPicPr/>
              <p:nvPr/>
            </p:nvPicPr>
            <p:blipFill>
              <a:blip r:embed="rId6"/>
              <a:stretch>
                <a:fillRect/>
              </a:stretch>
            </p:blipFill>
            <p:spPr>
              <a:xfrm>
                <a:off x="2633936" y="4730400"/>
                <a:ext cx="18000" cy="18000"/>
              </a:xfrm>
              <a:prstGeom prst="rect">
                <a:avLst/>
              </a:prstGeom>
            </p:spPr>
          </p:pic>
        </mc:Fallback>
      </mc:AlternateContent>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669366" y="5193622"/>
            <a:ext cx="3192434" cy="1182085"/>
          </a:xfrm>
          <a:prstGeom prst="rect">
            <a:avLst/>
          </a:prstGeom>
        </p:spPr>
      </p:pic>
      <p:sp>
        <p:nvSpPr>
          <p:cNvPr id="17" name="Date Placeholder 3"/>
          <p:cNvSpPr>
            <a:spLocks noGrp="1"/>
          </p:cNvSpPr>
          <p:nvPr>
            <p:ph type="dt" sz="half" idx="13"/>
          </p:nvPr>
        </p:nvSpPr>
        <p:spPr>
          <a:xfrm>
            <a:off x="838200" y="6356350"/>
            <a:ext cx="27432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18" name="Footer Placeholder 4"/>
          <p:cNvSpPr>
            <a:spLocks noGrp="1"/>
          </p:cNvSpPr>
          <p:nvPr>
            <p:ph type="ftr" sz="quarter" idx="14"/>
          </p:nvPr>
        </p:nvSpPr>
        <p:spPr>
          <a:xfrm>
            <a:off x="4038600" y="6356350"/>
            <a:ext cx="41148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endParaRPr lang="fi-FI" dirty="0"/>
          </a:p>
        </p:txBody>
      </p:sp>
      <p:sp>
        <p:nvSpPr>
          <p:cNvPr id="19" name="Slide Number Placeholder 5"/>
          <p:cNvSpPr>
            <a:spLocks noGrp="1"/>
          </p:cNvSpPr>
          <p:nvPr>
            <p:ph type="sldNum" sz="quarter" idx="15"/>
          </p:nvPr>
        </p:nvSpPr>
        <p:spPr>
          <a:xfrm>
            <a:off x="8804753" y="6356350"/>
            <a:ext cx="27432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sp>
        <p:nvSpPr>
          <p:cNvPr id="20" name="Alaotsikko 2">
            <a:extLst>
              <a:ext uri="{FF2B5EF4-FFF2-40B4-BE49-F238E27FC236}">
                <a16:creationId xmlns:a16="http://schemas.microsoft.com/office/drawing/2014/main" id="{66072717-81C3-4F6B-9309-1674C171F521}"/>
              </a:ext>
            </a:extLst>
          </p:cNvPr>
          <p:cNvSpPr>
            <a:spLocks noGrp="1"/>
          </p:cNvSpPr>
          <p:nvPr>
            <p:ph type="subTitle" idx="1"/>
          </p:nvPr>
        </p:nvSpPr>
        <p:spPr>
          <a:xfrm>
            <a:off x="868018" y="3973860"/>
            <a:ext cx="7478692" cy="674339"/>
          </a:xfrm>
        </p:spPr>
        <p:txBody>
          <a:bodyPr>
            <a:normAutofit/>
          </a:bodyPr>
          <a:lstStyle>
            <a:lvl1pPr marL="0" indent="0" algn="l">
              <a:buNone/>
              <a:defRPr sz="2000" b="1"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1" name="Otsikko 1">
            <a:extLst>
              <a:ext uri="{FF2B5EF4-FFF2-40B4-BE49-F238E27FC236}">
                <a16:creationId xmlns:a16="http://schemas.microsoft.com/office/drawing/2014/main" id="{CA4F6AB8-5B3A-4D26-91F4-2F9CDEAFF08A}"/>
              </a:ext>
            </a:extLst>
          </p:cNvPr>
          <p:cNvSpPr>
            <a:spLocks noGrp="1"/>
          </p:cNvSpPr>
          <p:nvPr>
            <p:ph type="ctrTitle"/>
          </p:nvPr>
        </p:nvSpPr>
        <p:spPr>
          <a:xfrm>
            <a:off x="868018" y="910802"/>
            <a:ext cx="10440000" cy="2751522"/>
          </a:xfrm>
        </p:spPr>
        <p:txBody>
          <a:bodyPr anchor="b">
            <a:normAutofit/>
          </a:bodyPr>
          <a:lstStyle>
            <a:lvl1pPr algn="l">
              <a:defRPr sz="9600" b="1">
                <a:solidFill>
                  <a:schemeClr val="bg1"/>
                </a:solidFill>
              </a:defRPr>
            </a:lvl1pPr>
          </a:lstStyle>
          <a:p>
            <a:r>
              <a:rPr lang="en-US"/>
              <a:t>Click to edit Master title style</a:t>
            </a:r>
            <a:endParaRPr lang="fi-FI" dirty="0"/>
          </a:p>
        </p:txBody>
      </p:sp>
    </p:spTree>
    <p:extLst>
      <p:ext uri="{BB962C8B-B14F-4D97-AF65-F5344CB8AC3E}">
        <p14:creationId xmlns:p14="http://schemas.microsoft.com/office/powerpoint/2010/main" val="1134431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nsi violetti">
    <p:bg>
      <p:bgPr>
        <a:solidFill>
          <a:schemeClr val="accent2"/>
        </a:solidFill>
        <a:effectLst/>
      </p:bgPr>
    </p:bg>
    <p:spTree>
      <p:nvGrpSpPr>
        <p:cNvPr id="1" name=""/>
        <p:cNvGrpSpPr/>
        <p:nvPr/>
      </p:nvGrpSpPr>
      <p:grpSpPr>
        <a:xfrm>
          <a:off x="0" y="0"/>
          <a:ext cx="0" cy="0"/>
          <a:chOff x="0" y="0"/>
          <a:chExt cx="0" cy="0"/>
        </a:xfrm>
      </p:grpSpPr>
      <p:sp>
        <p:nvSpPr>
          <p:cNvPr id="3" name="Alaotsikko 2">
            <a:extLst>
              <a:ext uri="{FF2B5EF4-FFF2-40B4-BE49-F238E27FC236}">
                <a16:creationId xmlns:a16="http://schemas.microsoft.com/office/drawing/2014/main" id="{66072717-81C3-4F6B-9309-1674C171F521}"/>
              </a:ext>
            </a:extLst>
          </p:cNvPr>
          <p:cNvSpPr>
            <a:spLocks noGrp="1"/>
          </p:cNvSpPr>
          <p:nvPr>
            <p:ph type="subTitle" idx="1"/>
          </p:nvPr>
        </p:nvSpPr>
        <p:spPr>
          <a:xfrm>
            <a:off x="868018" y="3973860"/>
            <a:ext cx="7478692" cy="674339"/>
          </a:xfrm>
        </p:spPr>
        <p:txBody>
          <a:bodyPr>
            <a:normAutofit/>
          </a:bodyPr>
          <a:lstStyle>
            <a:lvl1pPr marL="0" indent="0" algn="l">
              <a:buNone/>
              <a:defRPr sz="2000" b="1"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13" name="Tekstin paikkamerkki 12">
            <a:extLst>
              <a:ext uri="{FF2B5EF4-FFF2-40B4-BE49-F238E27FC236}">
                <a16:creationId xmlns:a16="http://schemas.microsoft.com/office/drawing/2014/main" id="{889DA205-0B6C-45D6-91B2-25C1E2981B60}"/>
              </a:ext>
            </a:extLst>
          </p:cNvPr>
          <p:cNvSpPr>
            <a:spLocks noGrp="1"/>
          </p:cNvSpPr>
          <p:nvPr>
            <p:ph type="body" sz="quarter" idx="12"/>
          </p:nvPr>
        </p:nvSpPr>
        <p:spPr>
          <a:xfrm>
            <a:off x="868018" y="4745772"/>
            <a:ext cx="7478692" cy="327673"/>
          </a:xfrm>
        </p:spPr>
        <p:txBody>
          <a:bodyPr>
            <a:normAutofit/>
          </a:bodyPr>
          <a:lstStyle>
            <a:lvl1pPr marL="0" indent="0">
              <a:buNone/>
              <a:defRPr sz="1600">
                <a:solidFill>
                  <a:schemeClr val="tx1"/>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a:t>Edit Master text styles</a:t>
            </a:r>
          </a:p>
        </p:txBody>
      </p:sp>
      <p:sp>
        <p:nvSpPr>
          <p:cNvPr id="8" name="Date Placeholder 3"/>
          <p:cNvSpPr>
            <a:spLocks noGrp="1"/>
          </p:cNvSpPr>
          <p:nvPr>
            <p:ph type="dt" sz="half" idx="13"/>
          </p:nvPr>
        </p:nvSpPr>
        <p:spPr>
          <a:xfrm>
            <a:off x="838200" y="6356350"/>
            <a:ext cx="27432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9" name="Footer Placeholder 4"/>
          <p:cNvSpPr>
            <a:spLocks noGrp="1"/>
          </p:cNvSpPr>
          <p:nvPr>
            <p:ph type="ftr" sz="quarter" idx="14"/>
          </p:nvPr>
        </p:nvSpPr>
        <p:spPr>
          <a:xfrm>
            <a:off x="4038600" y="6356350"/>
            <a:ext cx="41148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endParaRPr lang="fi-FI" dirty="0"/>
          </a:p>
        </p:txBody>
      </p:sp>
      <p:sp>
        <p:nvSpPr>
          <p:cNvPr id="10" name="Slide Number Placeholder 5"/>
          <p:cNvSpPr>
            <a:spLocks noGrp="1"/>
          </p:cNvSpPr>
          <p:nvPr>
            <p:ph type="sldNum" sz="quarter" idx="15"/>
          </p:nvPr>
        </p:nvSpPr>
        <p:spPr>
          <a:xfrm>
            <a:off x="8804753" y="6356350"/>
            <a:ext cx="2743200" cy="365125"/>
          </a:xfrm>
        </p:spPr>
        <p:txBody>
          <a:bodyPr/>
          <a:lstStyle>
            <a:lvl1pPr>
              <a:defRPr sz="1050">
                <a:solidFill>
                  <a:schemeClr val="bg1"/>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69366" y="5193622"/>
            <a:ext cx="3192434" cy="1182085"/>
          </a:xfrm>
          <a:prstGeom prst="rect">
            <a:avLst/>
          </a:prstGeom>
        </p:spPr>
      </p:pic>
      <p:sp>
        <p:nvSpPr>
          <p:cNvPr id="11" name="Otsikko 1">
            <a:extLst>
              <a:ext uri="{FF2B5EF4-FFF2-40B4-BE49-F238E27FC236}">
                <a16:creationId xmlns:a16="http://schemas.microsoft.com/office/drawing/2014/main" id="{CA4F6AB8-5B3A-4D26-91F4-2F9CDEAFF08A}"/>
              </a:ext>
            </a:extLst>
          </p:cNvPr>
          <p:cNvSpPr>
            <a:spLocks noGrp="1"/>
          </p:cNvSpPr>
          <p:nvPr>
            <p:ph type="ctrTitle"/>
          </p:nvPr>
        </p:nvSpPr>
        <p:spPr>
          <a:xfrm>
            <a:off x="868018" y="910802"/>
            <a:ext cx="10440000" cy="2751522"/>
          </a:xfrm>
        </p:spPr>
        <p:txBody>
          <a:bodyPr anchor="b">
            <a:normAutofit/>
          </a:bodyPr>
          <a:lstStyle>
            <a:lvl1pPr algn="l">
              <a:defRPr sz="9600" b="1">
                <a:solidFill>
                  <a:schemeClr val="bg1"/>
                </a:solidFill>
              </a:defRPr>
            </a:lvl1pPr>
          </a:lstStyle>
          <a:p>
            <a:r>
              <a:rPr lang="en-US"/>
              <a:t>Click to edit Master title style</a:t>
            </a:r>
            <a:endParaRPr lang="fi-FI" dirty="0"/>
          </a:p>
        </p:txBody>
      </p:sp>
    </p:spTree>
    <p:extLst>
      <p:ext uri="{BB962C8B-B14F-4D97-AF65-F5344CB8AC3E}">
        <p14:creationId xmlns:p14="http://schemas.microsoft.com/office/powerpoint/2010/main" val="430000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tsikko ja sisältö valkoinen">
    <p:spTree>
      <p:nvGrpSpPr>
        <p:cNvPr id="1" name=""/>
        <p:cNvGrpSpPr/>
        <p:nvPr/>
      </p:nvGrpSpPr>
      <p:grpSpPr>
        <a:xfrm>
          <a:off x="0" y="0"/>
          <a:ext cx="0" cy="0"/>
          <a:chOff x="0" y="0"/>
          <a:chExt cx="0" cy="0"/>
        </a:xfrm>
      </p:grpSpPr>
      <p:sp>
        <p:nvSpPr>
          <p:cNvPr id="6" name="Sisällön paikkamerkki 2">
            <a:extLst>
              <a:ext uri="{FF2B5EF4-FFF2-40B4-BE49-F238E27FC236}">
                <a16:creationId xmlns:a16="http://schemas.microsoft.com/office/drawing/2014/main" id="{E252CC0E-D4C3-47CC-8F2E-90BE622B9EC9}"/>
              </a:ext>
            </a:extLst>
          </p:cNvPr>
          <p:cNvSpPr>
            <a:spLocks noGrp="1"/>
          </p:cNvSpPr>
          <p:nvPr>
            <p:ph idx="1"/>
          </p:nvPr>
        </p:nvSpPr>
        <p:spPr>
          <a:xfrm>
            <a:off x="1078028" y="1825625"/>
            <a:ext cx="10145029" cy="406984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7630" y="5935127"/>
            <a:ext cx="2374370" cy="883219"/>
          </a:xfrm>
          <a:prstGeom prst="rect">
            <a:avLst/>
          </a:prstGeom>
        </p:spPr>
      </p:pic>
      <p:sp>
        <p:nvSpPr>
          <p:cNvPr id="9" name="Title 3"/>
          <p:cNvSpPr>
            <a:spLocks noGrp="1"/>
          </p:cNvSpPr>
          <p:nvPr>
            <p:ph type="title"/>
          </p:nvPr>
        </p:nvSpPr>
        <p:spPr>
          <a:xfrm>
            <a:off x="1078028" y="438150"/>
            <a:ext cx="10145029" cy="1252538"/>
          </a:xfrm>
        </p:spPr>
        <p:txBody>
          <a:bodyPr anchor="b" anchorCtr="0"/>
          <a:lstStyle/>
          <a:p>
            <a:r>
              <a:rPr lang="en-US"/>
              <a:t>Click to edit Master title style</a:t>
            </a:r>
            <a:endParaRPr lang="fi-FI"/>
          </a:p>
        </p:txBody>
      </p:sp>
      <p:sp>
        <p:nvSpPr>
          <p:cNvPr id="10" name="Date Placeholder 3"/>
          <p:cNvSpPr>
            <a:spLocks noGrp="1"/>
          </p:cNvSpPr>
          <p:nvPr>
            <p:ph type="dt" sz="half" idx="13"/>
          </p:nvPr>
        </p:nvSpPr>
        <p:spPr>
          <a:xfrm>
            <a:off x="1078028"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11" name="Footer Placeholder 4"/>
          <p:cNvSpPr>
            <a:spLocks noGrp="1"/>
          </p:cNvSpPr>
          <p:nvPr>
            <p:ph type="ftr" sz="quarter" idx="14"/>
          </p:nvPr>
        </p:nvSpPr>
        <p:spPr>
          <a:xfrm>
            <a:off x="4038600" y="6356350"/>
            <a:ext cx="41148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endParaRPr lang="fi-FI" dirty="0"/>
          </a:p>
        </p:txBody>
      </p:sp>
      <p:sp>
        <p:nvSpPr>
          <p:cNvPr id="12" name="Slide Number Placeholder 5"/>
          <p:cNvSpPr>
            <a:spLocks noGrp="1"/>
          </p:cNvSpPr>
          <p:nvPr>
            <p:ph type="sldNum" sz="quarter" idx="15"/>
          </p:nvPr>
        </p:nvSpPr>
        <p:spPr>
          <a:xfrm>
            <a:off x="8353129" y="6356350"/>
            <a:ext cx="1464501"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spTree>
    <p:extLst>
      <p:ext uri="{BB962C8B-B14F-4D97-AF65-F5344CB8AC3E}">
        <p14:creationId xmlns:p14="http://schemas.microsoft.com/office/powerpoint/2010/main" val="3940020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Otsikko ja sisältö musta">
    <p:bg>
      <p:bgRef idx="1001">
        <a:schemeClr val="bg1"/>
      </p:bgRef>
    </p:bg>
    <p:spTree>
      <p:nvGrpSpPr>
        <p:cNvPr id="1" name=""/>
        <p:cNvGrpSpPr/>
        <p:nvPr/>
      </p:nvGrpSpPr>
      <p:grpSpPr>
        <a:xfrm>
          <a:off x="0" y="0"/>
          <a:ext cx="0" cy="0"/>
          <a:chOff x="0" y="0"/>
          <a:chExt cx="0" cy="0"/>
        </a:xfrm>
      </p:grpSpPr>
      <p:sp>
        <p:nvSpPr>
          <p:cNvPr id="6" name="Date Placeholder 3"/>
          <p:cNvSpPr>
            <a:spLocks noGrp="1"/>
          </p:cNvSpPr>
          <p:nvPr>
            <p:ph type="dt" sz="half" idx="13"/>
          </p:nvPr>
        </p:nvSpPr>
        <p:spPr>
          <a:xfrm>
            <a:off x="1078028" y="6356350"/>
            <a:ext cx="2743200" cy="365125"/>
          </a:xfrm>
        </p:spPr>
        <p:txBody>
          <a:bodyPr/>
          <a:lstStyle>
            <a:lvl1pPr>
              <a:defRPr sz="1050">
                <a:solidFill>
                  <a:schemeClr val="tx1"/>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7" name="Footer Placeholder 4"/>
          <p:cNvSpPr>
            <a:spLocks noGrp="1"/>
          </p:cNvSpPr>
          <p:nvPr>
            <p:ph type="ftr" sz="quarter" idx="14"/>
          </p:nvPr>
        </p:nvSpPr>
        <p:spPr>
          <a:xfrm>
            <a:off x="4038600" y="6356350"/>
            <a:ext cx="4114800" cy="365125"/>
          </a:xfrm>
        </p:spPr>
        <p:txBody>
          <a:bodyPr/>
          <a:lstStyle>
            <a:lvl1pPr>
              <a:defRPr sz="1050">
                <a:solidFill>
                  <a:schemeClr val="tx1"/>
                </a:solidFill>
                <a:latin typeface="Arial" panose="020B0604020202020204" pitchFamily="34" charset="0"/>
                <a:cs typeface="Arial" panose="020B0604020202020204" pitchFamily="34" charset="0"/>
              </a:defRPr>
            </a:lvl1pPr>
          </a:lstStyle>
          <a:p>
            <a:endParaRPr lang="fi-FI" dirty="0"/>
          </a:p>
        </p:txBody>
      </p:sp>
      <p:sp>
        <p:nvSpPr>
          <p:cNvPr id="8" name="Slide Number Placeholder 5"/>
          <p:cNvSpPr>
            <a:spLocks noGrp="1"/>
          </p:cNvSpPr>
          <p:nvPr>
            <p:ph type="sldNum" sz="quarter" idx="15"/>
          </p:nvPr>
        </p:nvSpPr>
        <p:spPr>
          <a:xfrm>
            <a:off x="8353129" y="6356350"/>
            <a:ext cx="1464501" cy="365125"/>
          </a:xfrm>
        </p:spPr>
        <p:txBody>
          <a:bodyPr/>
          <a:lstStyle>
            <a:lvl1pPr>
              <a:defRPr sz="1050">
                <a:solidFill>
                  <a:schemeClr val="tx1"/>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sp>
        <p:nvSpPr>
          <p:cNvPr id="10" name="Sisällön paikkamerkki 2">
            <a:extLst>
              <a:ext uri="{FF2B5EF4-FFF2-40B4-BE49-F238E27FC236}">
                <a16:creationId xmlns:a16="http://schemas.microsoft.com/office/drawing/2014/main" id="{E252CC0E-D4C3-47CC-8F2E-90BE622B9EC9}"/>
              </a:ext>
            </a:extLst>
          </p:cNvPr>
          <p:cNvSpPr>
            <a:spLocks noGrp="1"/>
          </p:cNvSpPr>
          <p:nvPr>
            <p:ph idx="1"/>
          </p:nvPr>
        </p:nvSpPr>
        <p:spPr>
          <a:xfrm>
            <a:off x="1078028" y="1825625"/>
            <a:ext cx="10145029" cy="406984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
        <p:nvSpPr>
          <p:cNvPr id="12" name="Title 3"/>
          <p:cNvSpPr>
            <a:spLocks noGrp="1"/>
          </p:cNvSpPr>
          <p:nvPr>
            <p:ph type="title"/>
          </p:nvPr>
        </p:nvSpPr>
        <p:spPr>
          <a:xfrm>
            <a:off x="1078028" y="438150"/>
            <a:ext cx="10145029" cy="1252538"/>
          </a:xfrm>
        </p:spPr>
        <p:txBody>
          <a:bodyPr anchor="b" anchorCtr="0"/>
          <a:lstStyle/>
          <a:p>
            <a:r>
              <a:rPr lang="en-US"/>
              <a:t>Click to edit Master title style</a:t>
            </a:r>
            <a:endParaRPr lang="fi-FI" dirty="0"/>
          </a:p>
        </p:txBody>
      </p:sp>
    </p:spTree>
    <p:extLst>
      <p:ext uri="{BB962C8B-B14F-4D97-AF65-F5344CB8AC3E}">
        <p14:creationId xmlns:p14="http://schemas.microsoft.com/office/powerpoint/2010/main" val="51204697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tsikko ja kaksi palstaa">
    <p:spTree>
      <p:nvGrpSpPr>
        <p:cNvPr id="1" name=""/>
        <p:cNvGrpSpPr/>
        <p:nvPr/>
      </p:nvGrpSpPr>
      <p:grpSpPr>
        <a:xfrm>
          <a:off x="0" y="0"/>
          <a:ext cx="0" cy="0"/>
          <a:chOff x="0" y="0"/>
          <a:chExt cx="0" cy="0"/>
        </a:xfrm>
      </p:grpSpPr>
      <p:sp>
        <p:nvSpPr>
          <p:cNvPr id="12" name="Date Placeholder 3"/>
          <p:cNvSpPr>
            <a:spLocks noGrp="1"/>
          </p:cNvSpPr>
          <p:nvPr>
            <p:ph type="dt" sz="half" idx="13"/>
          </p:nvPr>
        </p:nvSpPr>
        <p:spPr>
          <a:xfrm>
            <a:off x="1078028"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13" name="Footer Placeholder 4"/>
          <p:cNvSpPr>
            <a:spLocks noGrp="1"/>
          </p:cNvSpPr>
          <p:nvPr>
            <p:ph type="ftr" sz="quarter" idx="14"/>
          </p:nvPr>
        </p:nvSpPr>
        <p:spPr>
          <a:xfrm>
            <a:off x="4038600" y="6356350"/>
            <a:ext cx="41148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endParaRPr lang="fi-FI" dirty="0"/>
          </a:p>
        </p:txBody>
      </p:sp>
      <p:sp>
        <p:nvSpPr>
          <p:cNvPr id="14" name="Slide Number Placeholder 5"/>
          <p:cNvSpPr>
            <a:spLocks noGrp="1"/>
          </p:cNvSpPr>
          <p:nvPr>
            <p:ph type="sldNum" sz="quarter" idx="15"/>
          </p:nvPr>
        </p:nvSpPr>
        <p:spPr>
          <a:xfrm>
            <a:off x="8353129" y="6356350"/>
            <a:ext cx="1464501"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sp>
        <p:nvSpPr>
          <p:cNvPr id="16" name="Sisällön paikkamerkki 2">
            <a:extLst>
              <a:ext uri="{FF2B5EF4-FFF2-40B4-BE49-F238E27FC236}">
                <a16:creationId xmlns:a16="http://schemas.microsoft.com/office/drawing/2014/main" id="{E252CC0E-D4C3-47CC-8F2E-90BE622B9EC9}"/>
              </a:ext>
            </a:extLst>
          </p:cNvPr>
          <p:cNvSpPr>
            <a:spLocks noGrp="1"/>
          </p:cNvSpPr>
          <p:nvPr>
            <p:ph idx="1"/>
          </p:nvPr>
        </p:nvSpPr>
        <p:spPr>
          <a:xfrm>
            <a:off x="1078028" y="1825625"/>
            <a:ext cx="4932000" cy="406984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17" name="Sisällön paikkamerkki 2">
            <a:extLst>
              <a:ext uri="{FF2B5EF4-FFF2-40B4-BE49-F238E27FC236}">
                <a16:creationId xmlns:a16="http://schemas.microsoft.com/office/drawing/2014/main" id="{E252CC0E-D4C3-47CC-8F2E-90BE622B9EC9}"/>
              </a:ext>
            </a:extLst>
          </p:cNvPr>
          <p:cNvSpPr>
            <a:spLocks noGrp="1"/>
          </p:cNvSpPr>
          <p:nvPr>
            <p:ph idx="10"/>
          </p:nvPr>
        </p:nvSpPr>
        <p:spPr>
          <a:xfrm>
            <a:off x="6291057" y="1825625"/>
            <a:ext cx="4932000" cy="406984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20" name="Title 3"/>
          <p:cNvSpPr>
            <a:spLocks noGrp="1"/>
          </p:cNvSpPr>
          <p:nvPr>
            <p:ph type="title"/>
          </p:nvPr>
        </p:nvSpPr>
        <p:spPr>
          <a:xfrm>
            <a:off x="1078028" y="438150"/>
            <a:ext cx="10145029" cy="1252538"/>
          </a:xfrm>
        </p:spPr>
        <p:txBody>
          <a:bodyPr anchor="b" anchorCtr="0"/>
          <a:lstStyle/>
          <a:p>
            <a:r>
              <a:rPr lang="en-US"/>
              <a:t>Click to edit Master title style</a:t>
            </a:r>
            <a:endParaRPr lang="fi-FI"/>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7630" y="5935127"/>
            <a:ext cx="2374370" cy="883219"/>
          </a:xfrm>
          <a:prstGeom prst="rect">
            <a:avLst/>
          </a:prstGeom>
        </p:spPr>
      </p:pic>
    </p:spTree>
    <p:extLst>
      <p:ext uri="{BB962C8B-B14F-4D97-AF65-F5344CB8AC3E}">
        <p14:creationId xmlns:p14="http://schemas.microsoft.com/office/powerpoint/2010/main" val="336575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tsikko valkoinen">
    <p:spTree>
      <p:nvGrpSpPr>
        <p:cNvPr id="1" name=""/>
        <p:cNvGrpSpPr/>
        <p:nvPr/>
      </p:nvGrpSpPr>
      <p:grpSpPr>
        <a:xfrm>
          <a:off x="0" y="0"/>
          <a:ext cx="0" cy="0"/>
          <a:chOff x="0" y="0"/>
          <a:chExt cx="0" cy="0"/>
        </a:xfrm>
      </p:grpSpPr>
      <p:sp>
        <p:nvSpPr>
          <p:cNvPr id="9" name="Title 3"/>
          <p:cNvSpPr>
            <a:spLocks noGrp="1"/>
          </p:cNvSpPr>
          <p:nvPr>
            <p:ph type="title"/>
          </p:nvPr>
        </p:nvSpPr>
        <p:spPr>
          <a:xfrm>
            <a:off x="1078028" y="438150"/>
            <a:ext cx="10145029" cy="1252538"/>
          </a:xfrm>
        </p:spPr>
        <p:txBody>
          <a:bodyPr anchor="b" anchorCtr="0"/>
          <a:lstStyle/>
          <a:p>
            <a:r>
              <a:rPr lang="en-US"/>
              <a:t>Click to edit Master title style</a:t>
            </a:r>
            <a:endParaRPr lang="fi-FI"/>
          </a:p>
        </p:txBody>
      </p:sp>
      <p:sp>
        <p:nvSpPr>
          <p:cNvPr id="10" name="Date Placeholder 3"/>
          <p:cNvSpPr>
            <a:spLocks noGrp="1"/>
          </p:cNvSpPr>
          <p:nvPr>
            <p:ph type="dt" sz="half" idx="13"/>
          </p:nvPr>
        </p:nvSpPr>
        <p:spPr>
          <a:xfrm>
            <a:off x="1078028"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sp>
        <p:nvSpPr>
          <p:cNvPr id="11" name="Footer Placeholder 4"/>
          <p:cNvSpPr>
            <a:spLocks noGrp="1"/>
          </p:cNvSpPr>
          <p:nvPr>
            <p:ph type="ftr" sz="quarter" idx="14"/>
          </p:nvPr>
        </p:nvSpPr>
        <p:spPr>
          <a:xfrm>
            <a:off x="4038600" y="6356350"/>
            <a:ext cx="41148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endParaRPr lang="fi-FI" dirty="0"/>
          </a:p>
        </p:txBody>
      </p:sp>
      <p:sp>
        <p:nvSpPr>
          <p:cNvPr id="12" name="Slide Number Placeholder 5"/>
          <p:cNvSpPr>
            <a:spLocks noGrp="1"/>
          </p:cNvSpPr>
          <p:nvPr>
            <p:ph type="sldNum" sz="quarter" idx="15"/>
          </p:nvPr>
        </p:nvSpPr>
        <p:spPr>
          <a:xfrm>
            <a:off x="8353129" y="6356350"/>
            <a:ext cx="1464501"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052F644-756C-4530-A69F-A71AB7A98F48}" type="slidenum">
              <a:rPr lang="fi-FI" smtClean="0"/>
              <a:pPr/>
              <a:t>‹#›</a:t>
            </a:fld>
            <a:endParaRPr lang="fi-FI"/>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7630" y="5935127"/>
            <a:ext cx="2374370" cy="883219"/>
          </a:xfrm>
          <a:prstGeom prst="rect">
            <a:avLst/>
          </a:prstGeom>
        </p:spPr>
      </p:pic>
    </p:spTree>
    <p:extLst>
      <p:ext uri="{BB962C8B-B14F-4D97-AF65-F5344CB8AC3E}">
        <p14:creationId xmlns:p14="http://schemas.microsoft.com/office/powerpoint/2010/main" val="1352838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sz="1050"/>
            </a:lvl1pPr>
          </a:lstStyle>
          <a:p>
            <a:endParaRPr lang="fi-FI"/>
          </a:p>
        </p:txBody>
      </p:sp>
      <p:sp>
        <p:nvSpPr>
          <p:cNvPr id="5" name="Slide Number Placeholder 4"/>
          <p:cNvSpPr>
            <a:spLocks noGrp="1"/>
          </p:cNvSpPr>
          <p:nvPr>
            <p:ph type="sldNum" sz="quarter" idx="12"/>
          </p:nvPr>
        </p:nvSpPr>
        <p:spPr>
          <a:xfrm>
            <a:off x="8610600" y="6356350"/>
            <a:ext cx="1207030" cy="365125"/>
          </a:xfrm>
        </p:spPr>
        <p:txBody>
          <a:bodyPr/>
          <a:lstStyle>
            <a:lvl1pPr>
              <a:defRPr sz="1050"/>
            </a:lvl1pPr>
          </a:lstStyle>
          <a:p>
            <a:fld id="{D052F644-756C-4530-A69F-A71AB7A98F48}" type="slidenum">
              <a:rPr lang="fi-FI" smtClean="0"/>
              <a:pPr/>
              <a:t>‹#›</a:t>
            </a:fld>
            <a:endParaRPr lang="fi-FI"/>
          </a:p>
        </p:txBody>
      </p:sp>
      <p:sp>
        <p:nvSpPr>
          <p:cNvPr id="6" name="Date Placeholder 3"/>
          <p:cNvSpPr>
            <a:spLocks noGrp="1"/>
          </p:cNvSpPr>
          <p:nvPr>
            <p:ph type="dt" sz="half" idx="13"/>
          </p:nvPr>
        </p:nvSpPr>
        <p:spPr>
          <a:xfrm>
            <a:off x="1078028"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7630" y="5935127"/>
            <a:ext cx="2374370" cy="883219"/>
          </a:xfrm>
          <a:prstGeom prst="rect">
            <a:avLst/>
          </a:prstGeom>
        </p:spPr>
      </p:pic>
    </p:spTree>
    <p:extLst>
      <p:ext uri="{BB962C8B-B14F-4D97-AF65-F5344CB8AC3E}">
        <p14:creationId xmlns:p14="http://schemas.microsoft.com/office/powerpoint/2010/main" val="349322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tsikko ja ingressi">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1800999-EDA5-4B6B-8344-7EB1B35BAA9F}"/>
              </a:ext>
            </a:extLst>
          </p:cNvPr>
          <p:cNvSpPr>
            <a:spLocks noGrp="1"/>
          </p:cNvSpPr>
          <p:nvPr>
            <p:ph type="title"/>
          </p:nvPr>
        </p:nvSpPr>
        <p:spPr>
          <a:xfrm>
            <a:off x="547200" y="1673225"/>
            <a:ext cx="4780800" cy="3511550"/>
          </a:xfrm>
        </p:spPr>
        <p:txBody>
          <a:bodyPr>
            <a:normAutofit/>
          </a:bodyPr>
          <a:lstStyle>
            <a:lvl1pPr>
              <a:defRPr sz="5000" b="1"/>
            </a:lvl1pPr>
          </a:lstStyle>
          <a:p>
            <a:r>
              <a:rPr lang="en-US"/>
              <a:t>Click to edit Master title style</a:t>
            </a:r>
            <a:endParaRPr lang="fi-FI" dirty="0"/>
          </a:p>
        </p:txBody>
      </p:sp>
      <p:sp>
        <p:nvSpPr>
          <p:cNvPr id="6" name="Sisällön paikkamerkki 2">
            <a:extLst>
              <a:ext uri="{FF2B5EF4-FFF2-40B4-BE49-F238E27FC236}">
                <a16:creationId xmlns:a16="http://schemas.microsoft.com/office/drawing/2014/main" id="{E252CC0E-D4C3-47CC-8F2E-90BE622B9EC9}"/>
              </a:ext>
            </a:extLst>
          </p:cNvPr>
          <p:cNvSpPr>
            <a:spLocks noGrp="1"/>
          </p:cNvSpPr>
          <p:nvPr>
            <p:ph idx="10"/>
          </p:nvPr>
        </p:nvSpPr>
        <p:spPr>
          <a:xfrm>
            <a:off x="7272000" y="1227388"/>
            <a:ext cx="4534256" cy="4403224"/>
          </a:xfrm>
        </p:spPr>
        <p:txBody>
          <a:bodyPr anchor="ctr" anchorCtr="0">
            <a:normAutofit/>
          </a:bodyPr>
          <a:lstStyle>
            <a:lvl1pPr marL="0" indent="0">
              <a:buNone/>
              <a:defRPr sz="2400" b="1"/>
            </a:lvl1pPr>
          </a:lstStyle>
          <a:p>
            <a:pPr lvl="0"/>
            <a:r>
              <a:rPr lang="en-US"/>
              <a:t>Edit Master text styles</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17464" y="2075205"/>
            <a:ext cx="1757071" cy="2707589"/>
          </a:xfrm>
          <a:prstGeom prst="rect">
            <a:avLst/>
          </a:prstGeom>
        </p:spPr>
      </p:pic>
      <p:sp>
        <p:nvSpPr>
          <p:cNvPr id="8" name="Footer Placeholder 3"/>
          <p:cNvSpPr>
            <a:spLocks noGrp="1"/>
          </p:cNvSpPr>
          <p:nvPr>
            <p:ph type="ftr" sz="quarter" idx="11"/>
          </p:nvPr>
        </p:nvSpPr>
        <p:spPr>
          <a:xfrm>
            <a:off x="4038600" y="6356350"/>
            <a:ext cx="4114800" cy="365125"/>
          </a:xfrm>
        </p:spPr>
        <p:txBody>
          <a:bodyPr/>
          <a:lstStyle>
            <a:lvl1pPr>
              <a:defRPr sz="1050"/>
            </a:lvl1pPr>
          </a:lstStyle>
          <a:p>
            <a:endParaRPr lang="fi-FI"/>
          </a:p>
        </p:txBody>
      </p:sp>
      <p:sp>
        <p:nvSpPr>
          <p:cNvPr id="9" name="Slide Number Placeholder 4"/>
          <p:cNvSpPr>
            <a:spLocks noGrp="1"/>
          </p:cNvSpPr>
          <p:nvPr>
            <p:ph type="sldNum" sz="quarter" idx="12"/>
          </p:nvPr>
        </p:nvSpPr>
        <p:spPr>
          <a:xfrm>
            <a:off x="8610600" y="6356350"/>
            <a:ext cx="1207030" cy="365125"/>
          </a:xfrm>
        </p:spPr>
        <p:txBody>
          <a:bodyPr/>
          <a:lstStyle>
            <a:lvl1pPr>
              <a:defRPr sz="1050"/>
            </a:lvl1pPr>
          </a:lstStyle>
          <a:p>
            <a:fld id="{D052F644-756C-4530-A69F-A71AB7A98F48}" type="slidenum">
              <a:rPr lang="fi-FI" smtClean="0"/>
              <a:pPr/>
              <a:t>‹#›</a:t>
            </a:fld>
            <a:endParaRPr lang="fi-FI"/>
          </a:p>
        </p:txBody>
      </p:sp>
      <p:sp>
        <p:nvSpPr>
          <p:cNvPr id="10" name="Date Placeholder 3"/>
          <p:cNvSpPr>
            <a:spLocks noGrp="1"/>
          </p:cNvSpPr>
          <p:nvPr>
            <p:ph type="dt" sz="half" idx="13"/>
          </p:nvPr>
        </p:nvSpPr>
        <p:spPr>
          <a:xfrm>
            <a:off x="1078028" y="6356350"/>
            <a:ext cx="2743200" cy="365125"/>
          </a:xfrm>
        </p:spPr>
        <p:txBody>
          <a:bodyPr/>
          <a:lstStyle>
            <a:lvl1pPr>
              <a:defRPr sz="1050">
                <a:solidFill>
                  <a:schemeClr val="accent6">
                    <a:lumMod val="50000"/>
                  </a:schemeClr>
                </a:solidFill>
                <a:latin typeface="Arial" panose="020B0604020202020204" pitchFamily="34" charset="0"/>
                <a:cs typeface="Arial" panose="020B0604020202020204" pitchFamily="34" charset="0"/>
              </a:defRPr>
            </a:lvl1pPr>
          </a:lstStyle>
          <a:p>
            <a:fld id="{D45440BC-9B28-4ACE-B7B8-D3C83187B980}" type="datetimeFigureOut">
              <a:rPr lang="fi-FI" smtClean="0"/>
              <a:pPr/>
              <a:t>26.11.2025</a:t>
            </a:fld>
            <a:endParaRPr lang="fi-FI"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17630" y="5935127"/>
            <a:ext cx="2374370" cy="883219"/>
          </a:xfrm>
          <a:prstGeom prst="rect">
            <a:avLst/>
          </a:prstGeom>
        </p:spPr>
      </p:pic>
    </p:spTree>
    <p:extLst>
      <p:ext uri="{BB962C8B-B14F-4D97-AF65-F5344CB8AC3E}">
        <p14:creationId xmlns:p14="http://schemas.microsoft.com/office/powerpoint/2010/main" val="2633577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sältö ja kuva valkoinen">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72300" y="0"/>
            <a:ext cx="5219700" cy="6858000"/>
          </a:xfrm>
        </p:spPr>
        <p:txBody>
          <a:bodyPr/>
          <a:lstStyle>
            <a:lvl1pPr marL="0" indent="0" algn="ctr">
              <a:buNone/>
              <a:defRPr/>
            </a:lvl1pPr>
          </a:lstStyle>
          <a:p>
            <a:r>
              <a:rPr lang="en-US"/>
              <a:t>Click icon to add picture</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bg2"/>
          </a:solidFill>
        </p:spPr>
        <p:txBody>
          <a:bodyPr>
            <a:noAutofit/>
          </a:bodyPr>
          <a:lstStyle>
            <a:lvl1pPr marL="0" indent="0">
              <a:buNone/>
              <a:defRPr sz="400">
                <a:solidFill>
                  <a:schemeClr val="bg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
        <p:nvSpPr>
          <p:cNvPr id="6"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tx1"/>
                </a:solidFill>
              </a:defRPr>
            </a:lvl1pPr>
          </a:lstStyle>
          <a:p>
            <a:r>
              <a:rPr lang="en-US"/>
              <a:t>Click to edit Master title style</a:t>
            </a:r>
            <a:endParaRPr lang="fi-FI" dirty="0"/>
          </a:p>
        </p:txBody>
      </p:sp>
      <p:sp>
        <p:nvSpPr>
          <p:cNvPr id="8"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39228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sältö ja kuva - musta">
    <p:bg>
      <p:bgPr>
        <a:solidFill>
          <a:schemeClr val="tx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72300" y="0"/>
            <a:ext cx="5219700" cy="6858000"/>
          </a:xfrm>
        </p:spPr>
        <p:txBody>
          <a:bodyPr/>
          <a:lstStyle>
            <a:lvl1pPr marL="0" indent="0" algn="ctr">
              <a:buNone/>
              <a:defRPr>
                <a:solidFill>
                  <a:schemeClr val="bg1"/>
                </a:solidFill>
              </a:defRPr>
            </a:lvl1pPr>
          </a:lstStyle>
          <a:p>
            <a:r>
              <a:rPr lang="en-US"/>
              <a:t>Click icon to add picture</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tx1"/>
          </a:solidFill>
        </p:spPr>
        <p:txBody>
          <a:bodyPr>
            <a:noAutofit/>
          </a:bodyPr>
          <a:lstStyle>
            <a:lvl1pPr marL="0" indent="0">
              <a:buNone/>
              <a:defRPr sz="400">
                <a:solidFill>
                  <a:schemeClr val="tx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
        <p:nvSpPr>
          <p:cNvPr id="6"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bg1"/>
                </a:solidFill>
              </a:defRPr>
            </a:lvl1pPr>
          </a:lstStyle>
          <a:p>
            <a:r>
              <a:rPr lang="en-US"/>
              <a:t>Click to edit Master title style</a:t>
            </a:r>
            <a:endParaRPr lang="fi-FI" dirty="0"/>
          </a:p>
        </p:txBody>
      </p:sp>
      <p:sp>
        <p:nvSpPr>
          <p:cNvPr id="8"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139709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sältö ja kuva - vihreä">
    <p:bg>
      <p:bgPr>
        <a:solidFill>
          <a:schemeClr val="accent3"/>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67800" y="0"/>
            <a:ext cx="5219700" cy="6858000"/>
          </a:xfrm>
        </p:spPr>
        <p:txBody>
          <a:bodyPr/>
          <a:lstStyle>
            <a:lvl1pPr marL="0" indent="0" algn="ctr">
              <a:buNone/>
              <a:defRPr>
                <a:solidFill>
                  <a:schemeClr val="bg1"/>
                </a:solidFill>
              </a:defRPr>
            </a:lvl1pPr>
          </a:lstStyle>
          <a:p>
            <a:r>
              <a:rPr lang="en-US"/>
              <a:t>Click icon to add picture</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accent3"/>
          </a:solidFill>
        </p:spPr>
        <p:txBody>
          <a:bodyPr>
            <a:noAutofit/>
          </a:bodyPr>
          <a:lstStyle>
            <a:lvl1pPr marL="0" indent="0">
              <a:buNone/>
              <a:defRPr sz="400">
                <a:solidFill>
                  <a:schemeClr val="tx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
        <p:nvSpPr>
          <p:cNvPr id="6"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bg1"/>
                </a:solidFill>
              </a:defRPr>
            </a:lvl1pPr>
          </a:lstStyle>
          <a:p>
            <a:r>
              <a:rPr lang="en-US"/>
              <a:t>Click to edit Master title style</a:t>
            </a:r>
            <a:endParaRPr lang="fi-FI" dirty="0"/>
          </a:p>
        </p:txBody>
      </p:sp>
      <p:sp>
        <p:nvSpPr>
          <p:cNvPr id="8"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2936840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sältö ja kuva - violetti">
    <p:bg>
      <p:bgPr>
        <a:solidFill>
          <a:schemeClr val="accent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72300" y="0"/>
            <a:ext cx="5219700" cy="6858000"/>
          </a:xfrm>
        </p:spPr>
        <p:txBody>
          <a:bodyPr/>
          <a:lstStyle>
            <a:lvl1pPr marL="0" indent="0" algn="ctr">
              <a:buNone/>
              <a:defRPr>
                <a:solidFill>
                  <a:schemeClr val="bg1"/>
                </a:solidFill>
              </a:defRPr>
            </a:lvl1pPr>
          </a:lstStyle>
          <a:p>
            <a:r>
              <a:rPr lang="en-US"/>
              <a:t>Click icon to add picture</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accent2"/>
          </a:solidFill>
        </p:spPr>
        <p:txBody>
          <a:bodyPr>
            <a:noAutofit/>
          </a:bodyPr>
          <a:lstStyle>
            <a:lvl1pPr marL="0" indent="0">
              <a:buNone/>
              <a:defRPr sz="400">
                <a:solidFill>
                  <a:schemeClr val="accent2"/>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
        <p:nvSpPr>
          <p:cNvPr id="6"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bg1"/>
                </a:solidFill>
              </a:defRPr>
            </a:lvl1pPr>
          </a:lstStyle>
          <a:p>
            <a:r>
              <a:rPr lang="en-US"/>
              <a:t>Click to edit Master title style</a:t>
            </a:r>
            <a:endParaRPr lang="fi-FI" dirty="0"/>
          </a:p>
        </p:txBody>
      </p:sp>
      <p:sp>
        <p:nvSpPr>
          <p:cNvPr id="8"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2226431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sältö ja kuva - turkoosi">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72300" y="0"/>
            <a:ext cx="5219700" cy="6858000"/>
          </a:xfrm>
        </p:spPr>
        <p:txBody>
          <a:bodyPr/>
          <a:lstStyle>
            <a:lvl1pPr marL="0" indent="0" algn="ctr">
              <a:buNone/>
              <a:defRPr/>
            </a:lvl1pPr>
          </a:lstStyle>
          <a:p>
            <a:r>
              <a:rPr lang="en-US"/>
              <a:t>Click icon to add picture</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accent1"/>
          </a:solidFill>
        </p:spPr>
        <p:txBody>
          <a:bodyPr>
            <a:noAutofit/>
          </a:bodyPr>
          <a:lstStyle>
            <a:lvl1pPr marL="0" indent="0">
              <a:buNone/>
              <a:defRPr sz="400">
                <a:solidFill>
                  <a:schemeClr val="accent2"/>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
        <p:nvSpPr>
          <p:cNvPr id="6"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bg1"/>
                </a:solidFill>
              </a:defRPr>
            </a:lvl1pPr>
          </a:lstStyle>
          <a:p>
            <a:r>
              <a:rPr lang="en-US"/>
              <a:t>Click to edit Master title style</a:t>
            </a:r>
            <a:endParaRPr lang="fi-FI" dirty="0"/>
          </a:p>
        </p:txBody>
      </p:sp>
      <p:sp>
        <p:nvSpPr>
          <p:cNvPr id="8"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Tree>
    <p:extLst>
      <p:ext uri="{BB962C8B-B14F-4D97-AF65-F5344CB8AC3E}">
        <p14:creationId xmlns:p14="http://schemas.microsoft.com/office/powerpoint/2010/main" val="2597185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sältö ja kuva - punainen">
    <p:bg>
      <p:bgPr>
        <a:solidFill>
          <a:schemeClr val="accent4"/>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6972300" y="0"/>
            <a:ext cx="5219700" cy="6858000"/>
          </a:xfrm>
        </p:spPr>
        <p:txBody>
          <a:bodyPr/>
          <a:lstStyle>
            <a:lvl1pPr marL="0" indent="0" algn="ctr">
              <a:buNone/>
              <a:defRPr/>
            </a:lvl1pPr>
          </a:lstStyle>
          <a:p>
            <a:r>
              <a:rPr lang="en-US"/>
              <a:t>Click icon to add picture</a:t>
            </a:r>
            <a:endParaRPr lang="fi-FI" dirty="0"/>
          </a:p>
        </p:txBody>
      </p:sp>
      <p:sp>
        <p:nvSpPr>
          <p:cNvPr id="2" name="Otsikko 1">
            <a:extLst>
              <a:ext uri="{FF2B5EF4-FFF2-40B4-BE49-F238E27FC236}">
                <a16:creationId xmlns:a16="http://schemas.microsoft.com/office/drawing/2014/main" id="{436EA9AB-4DAE-44E6-B3E6-A1CD4449B4C5}"/>
              </a:ext>
            </a:extLst>
          </p:cNvPr>
          <p:cNvSpPr>
            <a:spLocks noGrp="1"/>
          </p:cNvSpPr>
          <p:nvPr>
            <p:ph type="title"/>
          </p:nvPr>
        </p:nvSpPr>
        <p:spPr>
          <a:xfrm>
            <a:off x="1078029" y="397575"/>
            <a:ext cx="5017972" cy="1231200"/>
          </a:xfrm>
        </p:spPr>
        <p:txBody>
          <a:bodyPr anchor="b" anchorCtr="0"/>
          <a:lstStyle>
            <a:lvl1pPr>
              <a:defRPr>
                <a:solidFill>
                  <a:schemeClr val="bg1"/>
                </a:solidFill>
              </a:defRPr>
            </a:lvl1pPr>
          </a:lstStyle>
          <a:p>
            <a:r>
              <a:rPr lang="en-US"/>
              <a:t>Click to edit Master title style</a:t>
            </a:r>
            <a:endParaRPr lang="fi-FI" dirty="0"/>
          </a:p>
        </p:txBody>
      </p:sp>
      <p:sp>
        <p:nvSpPr>
          <p:cNvPr id="3"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1078027" y="1887088"/>
            <a:ext cx="5017971" cy="401342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5" name="Text Placeholder 28"/>
          <p:cNvSpPr>
            <a:spLocks noGrp="1"/>
          </p:cNvSpPr>
          <p:nvPr>
            <p:ph type="body" sz="quarter" idx="19" hasCustomPrompt="1"/>
          </p:nvPr>
        </p:nvSpPr>
        <p:spPr>
          <a:xfrm rot="2700000">
            <a:off x="6722429" y="3215374"/>
            <a:ext cx="427255" cy="427255"/>
          </a:xfrm>
          <a:solidFill>
            <a:schemeClr val="accent4"/>
          </a:solidFill>
        </p:spPr>
        <p:txBody>
          <a:bodyPr>
            <a:noAutofit/>
          </a:bodyPr>
          <a:lstStyle>
            <a:lvl1pPr marL="0" indent="0">
              <a:buNone/>
              <a:defRPr sz="400">
                <a:solidFill>
                  <a:schemeClr val="accent4"/>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spTree>
    <p:extLst>
      <p:ext uri="{BB962C8B-B14F-4D97-AF65-F5344CB8AC3E}">
        <p14:creationId xmlns:p14="http://schemas.microsoft.com/office/powerpoint/2010/main" val="1932696526"/>
      </p:ext>
    </p:extLst>
  </p:cSld>
  <p:clrMapOvr>
    <a:masterClrMapping/>
  </p:clrMapOvr>
  <p:extLst>
    <p:ext uri="{DCECCB84-F9BA-43D5-87BE-67443E8EF086}">
      <p15:sldGuideLst xmlns:p15="http://schemas.microsoft.com/office/powerpoint/2012/main">
        <p15:guide id="1" orient="horz" pos="1026">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uva ja sisältö - musta">
    <p:bg>
      <p:bgPr>
        <a:solidFill>
          <a:schemeClr val="tx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0" y="0"/>
            <a:ext cx="5219700" cy="6858000"/>
          </a:xfrm>
        </p:spPr>
        <p:txBody>
          <a:bodyPr/>
          <a:lstStyle>
            <a:lvl1pPr marL="0" indent="0" algn="ctr">
              <a:buNone/>
              <a:defRPr>
                <a:solidFill>
                  <a:schemeClr val="bg1"/>
                </a:solidFill>
              </a:defRPr>
            </a:lvl1pPr>
          </a:lstStyle>
          <a:p>
            <a:r>
              <a:rPr lang="en-US"/>
              <a:t>Click icon to add picture</a:t>
            </a:r>
            <a:endParaRPr lang="fi-FI" dirty="0"/>
          </a:p>
        </p:txBody>
      </p:sp>
      <p:sp>
        <p:nvSpPr>
          <p:cNvPr id="2" name="Otsikko 1">
            <a:extLst>
              <a:ext uri="{FF2B5EF4-FFF2-40B4-BE49-F238E27FC236}">
                <a16:creationId xmlns:a16="http://schemas.microsoft.com/office/drawing/2014/main" id="{436EA9AB-4DAE-44E6-B3E6-A1CD4449B4C5}"/>
              </a:ext>
            </a:extLst>
          </p:cNvPr>
          <p:cNvSpPr>
            <a:spLocks noGrp="1"/>
          </p:cNvSpPr>
          <p:nvPr>
            <p:ph type="title"/>
          </p:nvPr>
        </p:nvSpPr>
        <p:spPr>
          <a:xfrm>
            <a:off x="6007798" y="404038"/>
            <a:ext cx="5017972" cy="1229958"/>
          </a:xfrm>
        </p:spPr>
        <p:txBody>
          <a:bodyPr anchor="b" anchorCtr="0"/>
          <a:lstStyle>
            <a:lvl1pPr>
              <a:defRPr>
                <a:solidFill>
                  <a:schemeClr val="bg1"/>
                </a:solidFill>
              </a:defRPr>
            </a:lvl1pPr>
          </a:lstStyle>
          <a:p>
            <a:r>
              <a:rPr lang="en-US"/>
              <a:t>Click to edit Master title style</a:t>
            </a:r>
            <a:endParaRPr lang="fi-FI" dirty="0"/>
          </a:p>
        </p:txBody>
      </p:sp>
      <p:sp>
        <p:nvSpPr>
          <p:cNvPr id="3"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6007796" y="1864243"/>
            <a:ext cx="5017971" cy="42175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5" name="Text Placeholder 28"/>
          <p:cNvSpPr>
            <a:spLocks noGrp="1"/>
          </p:cNvSpPr>
          <p:nvPr>
            <p:ph type="body" sz="quarter" idx="19" hasCustomPrompt="1"/>
          </p:nvPr>
        </p:nvSpPr>
        <p:spPr>
          <a:xfrm rot="2700000">
            <a:off x="5024861" y="3215374"/>
            <a:ext cx="427255" cy="427255"/>
          </a:xfrm>
          <a:solidFill>
            <a:schemeClr val="tx1"/>
          </a:solidFill>
        </p:spPr>
        <p:txBody>
          <a:bodyPr>
            <a:noAutofit/>
          </a:bodyPr>
          <a:lstStyle>
            <a:lvl1pPr marL="0" indent="0">
              <a:buNone/>
              <a:defRPr sz="400">
                <a:solidFill>
                  <a:schemeClr val="tx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Tree>
    <p:extLst>
      <p:ext uri="{BB962C8B-B14F-4D97-AF65-F5344CB8AC3E}">
        <p14:creationId xmlns:p14="http://schemas.microsoft.com/office/powerpoint/2010/main" val="3142795083"/>
      </p:ext>
    </p:extLst>
  </p:cSld>
  <p:clrMapOvr>
    <a:masterClrMapping/>
  </p:clrMapOvr>
  <p:extLst>
    <p:ext uri="{DCECCB84-F9BA-43D5-87BE-67443E8EF086}">
      <p15:sldGuideLst xmlns:p15="http://schemas.microsoft.com/office/powerpoint/2012/main">
        <p15:guide id="1" orient="horz" pos="1026">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uva ja sisältö - valkoinen">
    <p:bg>
      <p:bgPr>
        <a:solidFill>
          <a:schemeClr val="bg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p:nvPr>
        </p:nvSpPr>
        <p:spPr>
          <a:xfrm>
            <a:off x="0" y="0"/>
            <a:ext cx="5219700" cy="6858000"/>
          </a:xfrm>
        </p:spPr>
        <p:txBody>
          <a:bodyPr/>
          <a:lstStyle>
            <a:lvl1pPr marL="0" indent="0" algn="ctr">
              <a:buNone/>
              <a:defRPr>
                <a:solidFill>
                  <a:schemeClr val="tx1"/>
                </a:solidFill>
              </a:defRPr>
            </a:lvl1pPr>
          </a:lstStyle>
          <a:p>
            <a:r>
              <a:rPr lang="en-US"/>
              <a:t>Click icon to add picture</a:t>
            </a:r>
            <a:endParaRPr lang="fi-FI" dirty="0"/>
          </a:p>
        </p:txBody>
      </p:sp>
      <p:sp>
        <p:nvSpPr>
          <p:cNvPr id="2" name="Otsikko 1">
            <a:extLst>
              <a:ext uri="{FF2B5EF4-FFF2-40B4-BE49-F238E27FC236}">
                <a16:creationId xmlns:a16="http://schemas.microsoft.com/office/drawing/2014/main" id="{436EA9AB-4DAE-44E6-B3E6-A1CD4449B4C5}"/>
              </a:ext>
            </a:extLst>
          </p:cNvPr>
          <p:cNvSpPr>
            <a:spLocks noGrp="1"/>
          </p:cNvSpPr>
          <p:nvPr>
            <p:ph type="title"/>
          </p:nvPr>
        </p:nvSpPr>
        <p:spPr>
          <a:xfrm>
            <a:off x="6007798" y="404038"/>
            <a:ext cx="5017972" cy="1229958"/>
          </a:xfrm>
        </p:spPr>
        <p:txBody>
          <a:bodyPr anchor="b" anchorCtr="0"/>
          <a:lstStyle>
            <a:lvl1pPr>
              <a:defRPr>
                <a:solidFill>
                  <a:schemeClr val="tx1"/>
                </a:solidFill>
              </a:defRPr>
            </a:lvl1pPr>
          </a:lstStyle>
          <a:p>
            <a:r>
              <a:rPr lang="en-US"/>
              <a:t>Click to edit Master title style</a:t>
            </a:r>
            <a:endParaRPr lang="fi-FI" dirty="0"/>
          </a:p>
        </p:txBody>
      </p:sp>
      <p:sp>
        <p:nvSpPr>
          <p:cNvPr id="3"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6007796" y="1864243"/>
            <a:ext cx="5017971" cy="42175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5" name="Text Placeholder 28"/>
          <p:cNvSpPr>
            <a:spLocks noGrp="1"/>
          </p:cNvSpPr>
          <p:nvPr>
            <p:ph type="body" sz="quarter" idx="19" hasCustomPrompt="1"/>
          </p:nvPr>
        </p:nvSpPr>
        <p:spPr>
          <a:xfrm rot="2700000">
            <a:off x="5024861" y="3215374"/>
            <a:ext cx="427255" cy="427255"/>
          </a:xfrm>
          <a:solidFill>
            <a:schemeClr val="bg1"/>
          </a:solidFill>
        </p:spPr>
        <p:txBody>
          <a:bodyPr>
            <a:noAutofit/>
          </a:bodyPr>
          <a:lstStyle>
            <a:lvl1pPr marL="0" indent="0">
              <a:buNone/>
              <a:defRPr sz="400">
                <a:solidFill>
                  <a:schemeClr val="tx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7630" y="5914740"/>
            <a:ext cx="2374370" cy="883219"/>
          </a:xfrm>
          <a:prstGeom prst="rect">
            <a:avLst/>
          </a:prstGeom>
        </p:spPr>
      </p:pic>
    </p:spTree>
    <p:extLst>
      <p:ext uri="{BB962C8B-B14F-4D97-AF65-F5344CB8AC3E}">
        <p14:creationId xmlns:p14="http://schemas.microsoft.com/office/powerpoint/2010/main" val="783194890"/>
      </p:ext>
    </p:extLst>
  </p:cSld>
  <p:clrMapOvr>
    <a:masterClrMapping/>
  </p:clrMapOvr>
  <p:extLst>
    <p:ext uri="{DCECCB84-F9BA-43D5-87BE-67443E8EF086}">
      <p15:sldGuideLst xmlns:p15="http://schemas.microsoft.com/office/powerpoint/2012/main">
        <p15:guide id="1" orient="horz" pos="1026">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uva ja sisältö - violetti">
    <p:bg>
      <p:bgPr>
        <a:solidFill>
          <a:schemeClr val="accent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20" hasCustomPrompt="1"/>
          </p:nvPr>
        </p:nvSpPr>
        <p:spPr>
          <a:xfrm>
            <a:off x="0" y="0"/>
            <a:ext cx="5219700" cy="6858000"/>
          </a:xfrm>
        </p:spPr>
        <p:txBody>
          <a:bodyPr/>
          <a:lstStyle>
            <a:lvl1pPr marL="0" indent="0" algn="ctr">
              <a:buNone/>
              <a:defRPr>
                <a:solidFill>
                  <a:schemeClr val="bg1"/>
                </a:solidFill>
              </a:defRPr>
            </a:lvl1pPr>
          </a:lstStyle>
          <a:p>
            <a:r>
              <a:rPr lang="fi-FI" dirty="0"/>
              <a:t>Lisää kuva</a:t>
            </a:r>
          </a:p>
        </p:txBody>
      </p:sp>
      <p:sp>
        <p:nvSpPr>
          <p:cNvPr id="2" name="Otsikko 1">
            <a:extLst>
              <a:ext uri="{FF2B5EF4-FFF2-40B4-BE49-F238E27FC236}">
                <a16:creationId xmlns:a16="http://schemas.microsoft.com/office/drawing/2014/main" id="{436EA9AB-4DAE-44E6-B3E6-A1CD4449B4C5}"/>
              </a:ext>
            </a:extLst>
          </p:cNvPr>
          <p:cNvSpPr>
            <a:spLocks noGrp="1"/>
          </p:cNvSpPr>
          <p:nvPr>
            <p:ph type="title"/>
          </p:nvPr>
        </p:nvSpPr>
        <p:spPr>
          <a:xfrm>
            <a:off x="6007798" y="404038"/>
            <a:ext cx="5017972" cy="1229958"/>
          </a:xfrm>
        </p:spPr>
        <p:txBody>
          <a:bodyPr anchor="b" anchorCtr="0"/>
          <a:lstStyle>
            <a:lvl1pPr>
              <a:defRPr>
                <a:solidFill>
                  <a:schemeClr val="bg1"/>
                </a:solidFill>
              </a:defRPr>
            </a:lvl1pPr>
          </a:lstStyle>
          <a:p>
            <a:r>
              <a:rPr lang="en-US"/>
              <a:t>Click to edit Master title style</a:t>
            </a:r>
            <a:endParaRPr lang="fi-FI" dirty="0"/>
          </a:p>
        </p:txBody>
      </p:sp>
      <p:sp>
        <p:nvSpPr>
          <p:cNvPr id="3" name="Sisällön paikkamerkki 2">
            <a:extLst>
              <a:ext uri="{FF2B5EF4-FFF2-40B4-BE49-F238E27FC236}">
                <a16:creationId xmlns:a16="http://schemas.microsoft.com/office/drawing/2014/main" id="{890A10A0-19CC-4532-BE84-5127566411A2}"/>
              </a:ext>
            </a:extLst>
          </p:cNvPr>
          <p:cNvSpPr>
            <a:spLocks noGrp="1"/>
          </p:cNvSpPr>
          <p:nvPr>
            <p:ph sz="half" idx="1"/>
          </p:nvPr>
        </p:nvSpPr>
        <p:spPr>
          <a:xfrm>
            <a:off x="6007796" y="1864243"/>
            <a:ext cx="5017971" cy="421758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dirty="0"/>
          </a:p>
        </p:txBody>
      </p:sp>
      <p:sp>
        <p:nvSpPr>
          <p:cNvPr id="5" name="Text Placeholder 28"/>
          <p:cNvSpPr>
            <a:spLocks noGrp="1"/>
          </p:cNvSpPr>
          <p:nvPr>
            <p:ph type="body" sz="quarter" idx="19" hasCustomPrompt="1"/>
          </p:nvPr>
        </p:nvSpPr>
        <p:spPr>
          <a:xfrm rot="2700000">
            <a:off x="5024861" y="3215374"/>
            <a:ext cx="427255" cy="427255"/>
          </a:xfrm>
          <a:solidFill>
            <a:schemeClr val="accent2"/>
          </a:solidFill>
        </p:spPr>
        <p:txBody>
          <a:bodyPr>
            <a:noAutofit/>
          </a:bodyPr>
          <a:lstStyle>
            <a:lvl1pPr marL="0" indent="0">
              <a:buNone/>
              <a:defRPr sz="400">
                <a:solidFill>
                  <a:schemeClr val="tx1"/>
                </a:solidFill>
              </a:defRPr>
            </a:lvl1pPr>
            <a:lvl2pPr marL="457200" indent="0">
              <a:buNone/>
              <a:defRPr sz="400"/>
            </a:lvl2pPr>
            <a:lvl3pPr marL="914400" indent="0">
              <a:buNone/>
              <a:defRPr sz="400"/>
            </a:lvl3pPr>
            <a:lvl4pPr marL="1371600" indent="0">
              <a:buNone/>
              <a:defRPr sz="400"/>
            </a:lvl4pPr>
            <a:lvl5pPr marL="1828800" indent="0">
              <a:buNone/>
              <a:defRPr sz="400"/>
            </a:lvl5pPr>
          </a:lstStyle>
          <a:p>
            <a:pPr lvl="0"/>
            <a:r>
              <a:rPr lang="en-US" dirty="0" err="1"/>
              <a:t>Nuoli</a:t>
            </a: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Tree>
    <p:extLst>
      <p:ext uri="{BB962C8B-B14F-4D97-AF65-F5344CB8AC3E}">
        <p14:creationId xmlns:p14="http://schemas.microsoft.com/office/powerpoint/2010/main" val="2402369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äliotsikko punainen">
    <p:bg>
      <p:bgPr>
        <a:solidFill>
          <a:schemeClr val="accent4"/>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7E587F3-499A-4FFF-8E39-6F7431222FD4}"/>
              </a:ext>
            </a:extLst>
          </p:cNvPr>
          <p:cNvSpPr>
            <a:spLocks noGrp="1"/>
          </p:cNvSpPr>
          <p:nvPr>
            <p:ph type="title"/>
          </p:nvPr>
        </p:nvSpPr>
        <p:spPr>
          <a:xfrm>
            <a:off x="831850" y="924026"/>
            <a:ext cx="5264150" cy="1337911"/>
          </a:xfrm>
        </p:spPr>
        <p:txBody>
          <a:bodyPr anchor="t" anchorCtr="0">
            <a:normAutofit/>
          </a:bodyPr>
          <a:lstStyle>
            <a:lvl1pPr>
              <a:defRPr sz="4000">
                <a:solidFill>
                  <a:schemeClr val="bg1"/>
                </a:solidFill>
              </a:defRPr>
            </a:lvl1pPr>
          </a:lstStyle>
          <a:p>
            <a:r>
              <a:rPr lang="en-US"/>
              <a:t>Click to edit Master title style</a:t>
            </a:r>
            <a:endParaRPr lang="fi-FI"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Tree>
    <p:extLst>
      <p:ext uri="{BB962C8B-B14F-4D97-AF65-F5344CB8AC3E}">
        <p14:creationId xmlns:p14="http://schemas.microsoft.com/office/powerpoint/2010/main" val="1594660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äliotsikko vihreä">
    <p:bg>
      <p:bgPr>
        <a:solidFill>
          <a:schemeClr val="accent3"/>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
        <p:nvSpPr>
          <p:cNvPr id="5" name="Otsikko 1">
            <a:extLst>
              <a:ext uri="{FF2B5EF4-FFF2-40B4-BE49-F238E27FC236}">
                <a16:creationId xmlns:a16="http://schemas.microsoft.com/office/drawing/2014/main" id="{87E587F3-499A-4FFF-8E39-6F7431222FD4}"/>
              </a:ext>
            </a:extLst>
          </p:cNvPr>
          <p:cNvSpPr>
            <a:spLocks noGrp="1"/>
          </p:cNvSpPr>
          <p:nvPr>
            <p:ph type="title"/>
          </p:nvPr>
        </p:nvSpPr>
        <p:spPr>
          <a:xfrm>
            <a:off x="831850" y="924026"/>
            <a:ext cx="5264150" cy="1337911"/>
          </a:xfrm>
        </p:spPr>
        <p:txBody>
          <a:bodyPr anchor="t" anchorCtr="0">
            <a:normAutofit/>
          </a:bodyPr>
          <a:lstStyle>
            <a:lvl1pPr>
              <a:defRPr sz="4000">
                <a:solidFill>
                  <a:schemeClr val="bg1"/>
                </a:solidFill>
              </a:defRPr>
            </a:lvl1pPr>
          </a:lstStyle>
          <a:p>
            <a:r>
              <a:rPr lang="en-US"/>
              <a:t>Click to edit Master title style</a:t>
            </a:r>
            <a:endParaRPr lang="fi-FI" dirty="0"/>
          </a:p>
        </p:txBody>
      </p:sp>
    </p:spTree>
    <p:extLst>
      <p:ext uri="{BB962C8B-B14F-4D97-AF65-F5344CB8AC3E}">
        <p14:creationId xmlns:p14="http://schemas.microsoft.com/office/powerpoint/2010/main" val="38056091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äliotsikko violetti">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
        <p:nvSpPr>
          <p:cNvPr id="5" name="Otsikko 1">
            <a:extLst>
              <a:ext uri="{FF2B5EF4-FFF2-40B4-BE49-F238E27FC236}">
                <a16:creationId xmlns:a16="http://schemas.microsoft.com/office/drawing/2014/main" id="{87E587F3-499A-4FFF-8E39-6F7431222FD4}"/>
              </a:ext>
            </a:extLst>
          </p:cNvPr>
          <p:cNvSpPr>
            <a:spLocks noGrp="1"/>
          </p:cNvSpPr>
          <p:nvPr>
            <p:ph type="title"/>
          </p:nvPr>
        </p:nvSpPr>
        <p:spPr>
          <a:xfrm>
            <a:off x="831850" y="924026"/>
            <a:ext cx="5264150" cy="1337911"/>
          </a:xfrm>
        </p:spPr>
        <p:txBody>
          <a:bodyPr anchor="t" anchorCtr="0">
            <a:normAutofit/>
          </a:bodyPr>
          <a:lstStyle>
            <a:lvl1pPr>
              <a:defRPr sz="4000">
                <a:solidFill>
                  <a:schemeClr val="bg1"/>
                </a:solidFill>
              </a:defRPr>
            </a:lvl1pPr>
          </a:lstStyle>
          <a:p>
            <a:r>
              <a:rPr lang="en-US"/>
              <a:t>Click to edit Master title style</a:t>
            </a:r>
            <a:endParaRPr lang="fi-FI" dirty="0"/>
          </a:p>
        </p:txBody>
      </p:sp>
    </p:spTree>
    <p:extLst>
      <p:ext uri="{BB962C8B-B14F-4D97-AF65-F5344CB8AC3E}">
        <p14:creationId xmlns:p14="http://schemas.microsoft.com/office/powerpoint/2010/main" val="15145474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äliotsikko turkoosi">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11352" y="5935987"/>
            <a:ext cx="2380647" cy="881499"/>
          </a:xfrm>
          <a:prstGeom prst="rect">
            <a:avLst/>
          </a:prstGeom>
        </p:spPr>
      </p:pic>
      <p:sp>
        <p:nvSpPr>
          <p:cNvPr id="5" name="Otsikko 1">
            <a:extLst>
              <a:ext uri="{FF2B5EF4-FFF2-40B4-BE49-F238E27FC236}">
                <a16:creationId xmlns:a16="http://schemas.microsoft.com/office/drawing/2014/main" id="{87E587F3-499A-4FFF-8E39-6F7431222FD4}"/>
              </a:ext>
            </a:extLst>
          </p:cNvPr>
          <p:cNvSpPr>
            <a:spLocks noGrp="1"/>
          </p:cNvSpPr>
          <p:nvPr>
            <p:ph type="title"/>
          </p:nvPr>
        </p:nvSpPr>
        <p:spPr>
          <a:xfrm>
            <a:off x="831850" y="924026"/>
            <a:ext cx="5264150" cy="1337911"/>
          </a:xfrm>
        </p:spPr>
        <p:txBody>
          <a:bodyPr anchor="t" anchorCtr="0">
            <a:normAutofit/>
          </a:bodyPr>
          <a:lstStyle>
            <a:lvl1pPr>
              <a:defRPr sz="4000">
                <a:solidFill>
                  <a:schemeClr val="bg1"/>
                </a:solidFill>
              </a:defRPr>
            </a:lvl1pPr>
          </a:lstStyle>
          <a:p>
            <a:r>
              <a:rPr lang="en-US"/>
              <a:t>Click to edit Master title style</a:t>
            </a:r>
            <a:endParaRPr lang="fi-FI" dirty="0"/>
          </a:p>
        </p:txBody>
      </p:sp>
    </p:spTree>
    <p:extLst>
      <p:ext uri="{BB962C8B-B14F-4D97-AF65-F5344CB8AC3E}">
        <p14:creationId xmlns:p14="http://schemas.microsoft.com/office/powerpoint/2010/main" val="13710643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ppu">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98109" y="2352016"/>
            <a:ext cx="5795784" cy="2153969"/>
          </a:xfrm>
          <a:prstGeom prst="rect">
            <a:avLst/>
          </a:prstGeom>
        </p:spPr>
      </p:pic>
      <p:sp>
        <p:nvSpPr>
          <p:cNvPr id="4" name="Alaotsikko 2">
            <a:extLst>
              <a:ext uri="{FF2B5EF4-FFF2-40B4-BE49-F238E27FC236}">
                <a16:creationId xmlns:a16="http://schemas.microsoft.com/office/drawing/2014/main" id="{66072717-81C3-4F6B-9309-1674C171F521}"/>
              </a:ext>
            </a:extLst>
          </p:cNvPr>
          <p:cNvSpPr>
            <a:spLocks noGrp="1"/>
          </p:cNvSpPr>
          <p:nvPr>
            <p:ph type="subTitle" idx="1"/>
          </p:nvPr>
        </p:nvSpPr>
        <p:spPr>
          <a:xfrm>
            <a:off x="2355574" y="4831894"/>
            <a:ext cx="7480852" cy="505672"/>
          </a:xfrm>
        </p:spPr>
        <p:txBody>
          <a:bodyPr>
            <a:normAutofit/>
          </a:bodyPr>
          <a:lstStyle>
            <a:lvl1pPr marL="0" indent="0" algn="ct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i-FI" dirty="0"/>
          </a:p>
        </p:txBody>
      </p:sp>
      <p:sp>
        <p:nvSpPr>
          <p:cNvPr id="5" name="Tekstin paikkamerkki 12">
            <a:extLst>
              <a:ext uri="{FF2B5EF4-FFF2-40B4-BE49-F238E27FC236}">
                <a16:creationId xmlns:a16="http://schemas.microsoft.com/office/drawing/2014/main" id="{889DA205-0B6C-45D6-91B2-25C1E2981B60}"/>
              </a:ext>
            </a:extLst>
          </p:cNvPr>
          <p:cNvSpPr>
            <a:spLocks noGrp="1"/>
          </p:cNvSpPr>
          <p:nvPr>
            <p:ph type="body" sz="quarter" idx="12"/>
          </p:nvPr>
        </p:nvSpPr>
        <p:spPr>
          <a:xfrm>
            <a:off x="2356654" y="5491071"/>
            <a:ext cx="7478692" cy="327673"/>
          </a:xfrm>
        </p:spPr>
        <p:txBody>
          <a:bodyPr>
            <a:normAutofit/>
          </a:bodyPr>
          <a:lstStyle>
            <a:lvl1pPr marL="0" indent="0" algn="ctr">
              <a:buNone/>
              <a:defRPr sz="1600">
                <a:solidFill>
                  <a:schemeClr val="accent5"/>
                </a:solidFill>
              </a:defRPr>
            </a:lvl1pPr>
            <a:lvl2pPr marL="457200" indent="0">
              <a:buNone/>
              <a:defRPr>
                <a:solidFill>
                  <a:schemeClr val="accent5"/>
                </a:solidFill>
              </a:defRPr>
            </a:lvl2pPr>
            <a:lvl3pPr marL="914400" indent="0">
              <a:buNone/>
              <a:defRPr>
                <a:solidFill>
                  <a:schemeClr val="accent5"/>
                </a:solidFill>
              </a:defRPr>
            </a:lvl3pPr>
            <a:lvl4pPr marL="1371600" indent="0">
              <a:buNone/>
              <a:defRPr>
                <a:solidFill>
                  <a:schemeClr val="accent5"/>
                </a:solidFill>
              </a:defRPr>
            </a:lvl4pPr>
            <a:lvl5pPr marL="1828800" indent="0">
              <a:buNone/>
              <a:defRPr>
                <a:solidFill>
                  <a:schemeClr val="accent5"/>
                </a:solidFill>
              </a:defRPr>
            </a:lvl5pPr>
          </a:lstStyle>
          <a:p>
            <a:pPr lvl="0"/>
            <a:r>
              <a:rPr lang="en-US"/>
              <a:t>Edit Master text styles</a:t>
            </a:r>
          </a:p>
        </p:txBody>
      </p:sp>
    </p:spTree>
    <p:extLst>
      <p:ext uri="{BB962C8B-B14F-4D97-AF65-F5344CB8AC3E}">
        <p14:creationId xmlns:p14="http://schemas.microsoft.com/office/powerpoint/2010/main" val="139391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i-FI"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5440BC-9B28-4ACE-B7B8-D3C83187B980}" type="datetimeFigureOut">
              <a:rPr lang="fi-FI" smtClean="0"/>
              <a:t>26.11.2025</a:t>
            </a:fld>
            <a:endParaRPr lang="fi-F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i-F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2F644-756C-4530-A69F-A71AB7A98F48}" type="slidenum">
              <a:rPr lang="fi-FI" smtClean="0"/>
              <a:t>‹#›</a:t>
            </a:fld>
            <a:endParaRPr lang="fi-FI"/>
          </a:p>
        </p:txBody>
      </p:sp>
    </p:spTree>
    <p:extLst>
      <p:ext uri="{BB962C8B-B14F-4D97-AF65-F5344CB8AC3E}">
        <p14:creationId xmlns:p14="http://schemas.microsoft.com/office/powerpoint/2010/main" val="315667327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79" r:id="rId7"/>
    <p:sldLayoutId id="2147483673" r:id="rId8"/>
    <p:sldLayoutId id="2147483666"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74" r:id="rId19"/>
    <p:sldLayoutId id="2147483675" r:id="rId20"/>
    <p:sldLayoutId id="2147483676" r:id="rId21"/>
    <p:sldLayoutId id="2147483677" r:id="rId22"/>
    <p:sldLayoutId id="2147483678" r:id="rId23"/>
  </p:sldLayoutIdLst>
  <p:txStyles>
    <p:titleStyle>
      <a:lvl1pPr algn="l" defTabSz="914400" rtl="0" eaLnBrk="1" latinLnBrk="0" hangingPunct="1">
        <a:lnSpc>
          <a:spcPct val="90000"/>
        </a:lnSpc>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hyperlink" Target="https://phyphox.org/" TargetMode="External"/><Relationship Id="rId5" Type="http://schemas.openxmlformats.org/officeDocument/2006/relationships/hyperlink" Target="https://github.com/IsmailElnaggar/CHASE2025_Cross_Dataset_SCG_Benchmark" TargetMode="External"/><Relationship Id="rId4" Type="http://schemas.openxmlformats.org/officeDocument/2006/relationships/hyperlink" Target="mailto:imelna@utu.f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2"/>
          </p:nvPr>
        </p:nvSpPr>
        <p:spPr>
          <a:xfrm>
            <a:off x="868018" y="4745772"/>
            <a:ext cx="9142256" cy="755618"/>
          </a:xfrm>
        </p:spPr>
        <p:txBody>
          <a:bodyPr>
            <a:normAutofit fontScale="77500" lnSpcReduction="20000"/>
          </a:bodyPr>
          <a:lstStyle/>
          <a:p>
            <a:r>
              <a:rPr lang="en-US" dirty="0"/>
              <a:t>IEEE/ACM Conference on Connected Health: Applications, Systems and Engineering Technologies </a:t>
            </a:r>
          </a:p>
          <a:p>
            <a:r>
              <a:rPr lang="en-US" dirty="0"/>
              <a:t>26.06.2025</a:t>
            </a:r>
          </a:p>
          <a:p>
            <a:r>
              <a:rPr lang="fi-FI" dirty="0"/>
              <a:t>Manhattan</a:t>
            </a:r>
            <a:r>
              <a:rPr lang="fi-FI"/>
              <a:t>, NYC, USA</a:t>
            </a:r>
            <a:endParaRPr lang="fi-FI" dirty="0"/>
          </a:p>
        </p:txBody>
      </p:sp>
      <p:sp>
        <p:nvSpPr>
          <p:cNvPr id="2" name="Title 1"/>
          <p:cNvSpPr>
            <a:spLocks noGrp="1"/>
          </p:cNvSpPr>
          <p:nvPr>
            <p:ph type="ctrTitle"/>
          </p:nvPr>
        </p:nvSpPr>
        <p:spPr>
          <a:xfrm>
            <a:off x="868018" y="910802"/>
            <a:ext cx="10440000" cy="1716020"/>
          </a:xfrm>
        </p:spPr>
        <p:txBody>
          <a:bodyPr>
            <a:normAutofit/>
          </a:bodyPr>
          <a:lstStyle/>
          <a:p>
            <a:r>
              <a:rPr lang="en-US" sz="3200" dirty="0"/>
              <a:t>Cross-Dataset Validation of a Sensor Agnostic Seismocardiography Peak Detection Method </a:t>
            </a:r>
            <a:endParaRPr lang="fi-FI" sz="3200" dirty="0"/>
          </a:p>
        </p:txBody>
      </p:sp>
      <p:sp>
        <p:nvSpPr>
          <p:cNvPr id="5" name="Subtitle 5"/>
          <p:cNvSpPr txBox="1">
            <a:spLocks/>
          </p:cNvSpPr>
          <p:nvPr/>
        </p:nvSpPr>
        <p:spPr>
          <a:xfrm>
            <a:off x="868018" y="3101615"/>
            <a:ext cx="8800639" cy="67433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i="1" dirty="0"/>
              <a:t>Ismail </a:t>
            </a:r>
            <a:r>
              <a:rPr lang="en-US" i="1" dirty="0" err="1"/>
              <a:t>Elnaggar</a:t>
            </a:r>
            <a:r>
              <a:rPr lang="en-US" i="1" dirty="0"/>
              <a:t>, </a:t>
            </a:r>
            <a:r>
              <a:rPr lang="en-US" i="1" dirty="0" err="1"/>
              <a:t>Sepehr</a:t>
            </a:r>
            <a:r>
              <a:rPr lang="en-US" i="1" dirty="0"/>
              <a:t> </a:t>
            </a:r>
            <a:r>
              <a:rPr lang="en-US" i="1" dirty="0" err="1"/>
              <a:t>Seifizarei</a:t>
            </a:r>
            <a:r>
              <a:rPr lang="en-US" i="1" dirty="0"/>
              <a:t>, Jonas </a:t>
            </a:r>
            <a:r>
              <a:rPr lang="en-US" i="1" dirty="0" err="1"/>
              <a:t>Sandelin</a:t>
            </a:r>
            <a:r>
              <a:rPr lang="en-US" i="1" dirty="0"/>
              <a:t>, Antti </a:t>
            </a:r>
            <a:r>
              <a:rPr lang="en-US" i="1" dirty="0" err="1"/>
              <a:t>Airola</a:t>
            </a:r>
            <a:r>
              <a:rPr lang="en-US" i="1" dirty="0"/>
              <a:t>, </a:t>
            </a:r>
            <a:r>
              <a:rPr lang="en-US" i="1" dirty="0" err="1"/>
              <a:t>Matti</a:t>
            </a:r>
            <a:r>
              <a:rPr lang="en-US" i="1" dirty="0"/>
              <a:t> </a:t>
            </a:r>
            <a:r>
              <a:rPr lang="en-US" i="1" dirty="0" err="1"/>
              <a:t>Kaisti</a:t>
            </a:r>
            <a:r>
              <a:rPr lang="en-US" i="1" dirty="0"/>
              <a:t>, </a:t>
            </a:r>
            <a:r>
              <a:rPr lang="en-US" i="1" dirty="0" err="1"/>
              <a:t>Tero</a:t>
            </a:r>
            <a:r>
              <a:rPr lang="en-US" i="1" dirty="0"/>
              <a:t> </a:t>
            </a:r>
            <a:r>
              <a:rPr lang="en-US" i="1" dirty="0" err="1"/>
              <a:t>Koivisto</a:t>
            </a:r>
            <a:endParaRPr lang="fi-FI" dirty="0"/>
          </a:p>
        </p:txBody>
      </p:sp>
      <p:sp>
        <p:nvSpPr>
          <p:cNvPr id="6" name="Subtitle 5"/>
          <p:cNvSpPr txBox="1">
            <a:spLocks/>
          </p:cNvSpPr>
          <p:nvPr/>
        </p:nvSpPr>
        <p:spPr>
          <a:xfrm>
            <a:off x="868017" y="3775954"/>
            <a:ext cx="8800639" cy="67433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baseline="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i-FI" dirty="0" err="1"/>
              <a:t>University</a:t>
            </a:r>
            <a:r>
              <a:rPr lang="fi-FI" dirty="0"/>
              <a:t> of Turku, Finland</a:t>
            </a:r>
          </a:p>
        </p:txBody>
      </p:sp>
    </p:spTree>
    <p:extLst>
      <p:ext uri="{BB962C8B-B14F-4D97-AF65-F5344CB8AC3E}">
        <p14:creationId xmlns:p14="http://schemas.microsoft.com/office/powerpoint/2010/main" val="1127956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Introduction to Seismocardiography </a:t>
            </a:r>
          </a:p>
          <a:p>
            <a:r>
              <a:rPr lang="en-US" dirty="0"/>
              <a:t>Motivation</a:t>
            </a:r>
          </a:p>
          <a:p>
            <a:r>
              <a:rPr lang="en-US" dirty="0"/>
              <a:t>Data Overview</a:t>
            </a:r>
          </a:p>
          <a:p>
            <a:r>
              <a:rPr lang="en-US" dirty="0"/>
              <a:t>Data Processing Pipeline</a:t>
            </a:r>
          </a:p>
          <a:p>
            <a:r>
              <a:rPr lang="en-US" dirty="0"/>
              <a:t>Results</a:t>
            </a:r>
          </a:p>
          <a:p>
            <a:r>
              <a:rPr lang="en-US" dirty="0"/>
              <a:t>Limitations</a:t>
            </a:r>
          </a:p>
          <a:p>
            <a:pPr marL="0" indent="0">
              <a:buNone/>
            </a:pPr>
            <a:endParaRPr lang="en-US" dirty="0"/>
          </a:p>
        </p:txBody>
      </p:sp>
      <p:sp>
        <p:nvSpPr>
          <p:cNvPr id="3" name="Title 2"/>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395841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8461" y="2184620"/>
            <a:ext cx="9394455" cy="4069849"/>
          </a:xfrm>
        </p:spPr>
        <p:txBody>
          <a:bodyPr>
            <a:normAutofit/>
          </a:bodyPr>
          <a:lstStyle/>
          <a:p>
            <a:r>
              <a:rPr lang="en-US" sz="2400" dirty="0"/>
              <a:t>Seismocardiography (SCG) is the measure of the micro-vibrations</a:t>
            </a:r>
            <a:br>
              <a:rPr lang="en-US" sz="2400" dirty="0"/>
            </a:br>
            <a:r>
              <a:rPr lang="en-US" sz="2400" dirty="0"/>
              <a:t>of the chest caused by the heart’s contraction, valve movements and blood ejection into the vascular tree.</a:t>
            </a:r>
          </a:p>
          <a:p>
            <a:r>
              <a:rPr lang="en-US" sz="2400" dirty="0"/>
              <a:t>SCG is typically recorded by attaching an accelerometer to the chest approximately on top of the sternum.</a:t>
            </a:r>
          </a:p>
          <a:p>
            <a:r>
              <a:rPr lang="en-US" sz="2400" dirty="0"/>
              <a:t>Microelectromechanical-Systems (MEMS) technology have</a:t>
            </a:r>
            <a:br>
              <a:rPr lang="en-US" sz="2400" dirty="0"/>
            </a:br>
            <a:r>
              <a:rPr lang="en-US" sz="2400" dirty="0"/>
              <a:t>made this kind of data acquisition more practical and has renewed</a:t>
            </a:r>
            <a:br>
              <a:rPr lang="en-US" sz="2400" dirty="0"/>
            </a:br>
            <a:r>
              <a:rPr lang="en-US" sz="2400" dirty="0"/>
              <a:t>interest in using SCG to measure cardiac mechanics.</a:t>
            </a:r>
          </a:p>
          <a:p>
            <a:endParaRPr lang="en-US" sz="2400" dirty="0"/>
          </a:p>
        </p:txBody>
      </p:sp>
      <p:sp>
        <p:nvSpPr>
          <p:cNvPr id="3" name="Title 2"/>
          <p:cNvSpPr>
            <a:spLocks noGrp="1"/>
          </p:cNvSpPr>
          <p:nvPr>
            <p:ph type="title"/>
          </p:nvPr>
        </p:nvSpPr>
        <p:spPr/>
        <p:txBody>
          <a:bodyPr/>
          <a:lstStyle/>
          <a:p>
            <a:r>
              <a:rPr lang="en-US" dirty="0"/>
              <a:t>Seismocardiography</a:t>
            </a:r>
          </a:p>
        </p:txBody>
      </p:sp>
      <p:pic>
        <p:nvPicPr>
          <p:cNvPr id="4" name="Picture 3"/>
          <p:cNvPicPr>
            <a:picLocks noChangeAspect="1"/>
          </p:cNvPicPr>
          <p:nvPr/>
        </p:nvPicPr>
        <p:blipFill>
          <a:blip r:embed="rId2"/>
          <a:stretch>
            <a:fillRect/>
          </a:stretch>
        </p:blipFill>
        <p:spPr>
          <a:xfrm>
            <a:off x="9812916" y="1690688"/>
            <a:ext cx="2123001" cy="4318914"/>
          </a:xfrm>
          <a:prstGeom prst="rect">
            <a:avLst/>
          </a:prstGeom>
        </p:spPr>
      </p:pic>
    </p:spTree>
    <p:extLst>
      <p:ext uri="{BB962C8B-B14F-4D97-AF65-F5344CB8AC3E}">
        <p14:creationId xmlns:p14="http://schemas.microsoft.com/office/powerpoint/2010/main" val="3225977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Practical Applications</a:t>
            </a:r>
          </a:p>
        </p:txBody>
      </p:sp>
      <p:sp>
        <p:nvSpPr>
          <p:cNvPr id="5" name="Text Placeholder 2"/>
          <p:cNvSpPr>
            <a:spLocks noGrp="1"/>
          </p:cNvSpPr>
          <p:nvPr>
            <p:ph idx="1"/>
          </p:nvPr>
        </p:nvSpPr>
        <p:spPr/>
        <p:txBody>
          <a:bodyPr>
            <a:normAutofit/>
          </a:bodyPr>
          <a:lstStyle/>
          <a:p>
            <a:r>
              <a:rPr lang="en-US" dirty="0"/>
              <a:t>SCG is currently being investigated to be used to monitor or screen patients for conditions such as atrial fibrillation, aortic stenosis, CAD, and heart failure remotely or in GP clinics.</a:t>
            </a:r>
          </a:p>
          <a:p>
            <a:r>
              <a:rPr lang="en-US" dirty="0"/>
              <a:t>Most SCG studies have either used custom devices or simply smartphones placed on the chest.</a:t>
            </a:r>
          </a:p>
          <a:p>
            <a:r>
              <a:rPr lang="en-US" dirty="0"/>
              <a:t>Currently diagnosing these conditions require advanced equipment (echocardiography, chest X-ray, Cardiac MRI, etc.) and sophisticated medical interpretations which makes them inapplicable for day-to-day life or home monitoring purposes.</a:t>
            </a:r>
          </a:p>
        </p:txBody>
      </p:sp>
    </p:spTree>
    <p:extLst>
      <p:ext uri="{BB962C8B-B14F-4D97-AF65-F5344CB8AC3E}">
        <p14:creationId xmlns:p14="http://schemas.microsoft.com/office/powerpoint/2010/main" val="2892814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8028" y="163830"/>
            <a:ext cx="10145029" cy="775970"/>
          </a:xfrm>
        </p:spPr>
        <p:txBody>
          <a:bodyPr/>
          <a:lstStyle/>
          <a:p>
            <a:r>
              <a:rPr lang="en-US" dirty="0"/>
              <a:t>Data Collection Challenges </a:t>
            </a:r>
          </a:p>
        </p:txBody>
      </p:sp>
      <p:sp>
        <p:nvSpPr>
          <p:cNvPr id="4" name="Text Placeholder 2"/>
          <p:cNvSpPr>
            <a:spLocks noGrp="1"/>
          </p:cNvSpPr>
          <p:nvPr>
            <p:ph idx="1"/>
          </p:nvPr>
        </p:nvSpPr>
        <p:spPr>
          <a:xfrm>
            <a:off x="1078027" y="939801"/>
            <a:ext cx="11113973" cy="3048000"/>
          </a:xfrm>
        </p:spPr>
        <p:txBody>
          <a:bodyPr>
            <a:normAutofit/>
          </a:bodyPr>
          <a:lstStyle/>
          <a:p>
            <a:r>
              <a:rPr lang="en-US" sz="2000" dirty="0"/>
              <a:t>SCG signals are prone to several sources of noise, such as motion artifacts, subjects talking or coughing, and floor vibrations.</a:t>
            </a:r>
          </a:p>
          <a:p>
            <a:r>
              <a:rPr lang="en-US" sz="2000" dirty="0"/>
              <a:t>Sick or elderly subjects often produce signals with amplitudes that are much smaller than healthy young subjects.</a:t>
            </a:r>
          </a:p>
          <a:p>
            <a:r>
              <a:rPr lang="en-US" sz="2000" dirty="0"/>
              <a:t>Sensor placement on the chest can change signal characteristics. </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2227" y="4788000"/>
            <a:ext cx="9144019" cy="20700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226" y="2730700"/>
            <a:ext cx="9144000" cy="2159998"/>
          </a:xfrm>
          <a:prstGeom prst="rect">
            <a:avLst/>
          </a:prstGeom>
        </p:spPr>
      </p:pic>
      <p:sp>
        <p:nvSpPr>
          <p:cNvPr id="9" name="TextBox 8"/>
          <p:cNvSpPr txBox="1"/>
          <p:nvPr/>
        </p:nvSpPr>
        <p:spPr>
          <a:xfrm>
            <a:off x="922206" y="5530612"/>
            <a:ext cx="919294" cy="584775"/>
          </a:xfrm>
          <a:prstGeom prst="rect">
            <a:avLst/>
          </a:prstGeom>
          <a:noFill/>
        </p:spPr>
        <p:txBody>
          <a:bodyPr wrap="square" rtlCol="0">
            <a:spAutoFit/>
          </a:bodyPr>
          <a:lstStyle/>
          <a:p>
            <a:r>
              <a:rPr lang="en-US" sz="3200" b="1" dirty="0"/>
              <a:t>[17]</a:t>
            </a:r>
          </a:p>
        </p:txBody>
      </p:sp>
      <p:sp>
        <p:nvSpPr>
          <p:cNvPr id="10" name="TextBox 9"/>
          <p:cNvSpPr txBox="1"/>
          <p:nvPr/>
        </p:nvSpPr>
        <p:spPr>
          <a:xfrm>
            <a:off x="922206" y="3524735"/>
            <a:ext cx="919294" cy="584775"/>
          </a:xfrm>
          <a:prstGeom prst="rect">
            <a:avLst/>
          </a:prstGeom>
          <a:noFill/>
        </p:spPr>
        <p:txBody>
          <a:bodyPr wrap="square" rtlCol="0">
            <a:spAutoFit/>
          </a:bodyPr>
          <a:lstStyle/>
          <a:p>
            <a:r>
              <a:rPr lang="en-US" sz="3200" b="1" dirty="0"/>
              <a:t>[14]</a:t>
            </a:r>
          </a:p>
        </p:txBody>
      </p:sp>
    </p:spTree>
    <p:extLst>
      <p:ext uri="{BB962C8B-B14F-4D97-AF65-F5344CB8AC3E}">
        <p14:creationId xmlns:p14="http://schemas.microsoft.com/office/powerpoint/2010/main" val="169011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8028" y="1825625"/>
            <a:ext cx="10145029" cy="4650126"/>
          </a:xfrm>
        </p:spPr>
        <p:txBody>
          <a:bodyPr>
            <a:normAutofit/>
          </a:bodyPr>
          <a:lstStyle/>
          <a:p>
            <a:r>
              <a:rPr lang="en-US" dirty="0"/>
              <a:t>Past studies presenting SCG based peak detection methods have been validated using a single homogenous dataset.</a:t>
            </a:r>
          </a:p>
          <a:p>
            <a:r>
              <a:rPr lang="en-US" dirty="0"/>
              <a:t>These previous studies have shown promising results but it’s not clear how these algorithms preform across different sensing modalities as well as disease cohorts. </a:t>
            </a:r>
          </a:p>
          <a:p>
            <a:r>
              <a:rPr lang="en-US" dirty="0"/>
              <a:t>By testing our approach on five open access datasets, we aim to address limitations in past studies and investigate how well the proposed method generalizes across diverse recording conditions and subject demographics. </a:t>
            </a:r>
          </a:p>
        </p:txBody>
      </p:sp>
      <p:sp>
        <p:nvSpPr>
          <p:cNvPr id="3" name="Title 2"/>
          <p:cNvSpPr>
            <a:spLocks noGrp="1"/>
          </p:cNvSpPr>
          <p:nvPr>
            <p:ph type="title"/>
          </p:nvPr>
        </p:nvSpPr>
        <p:spPr/>
        <p:txBody>
          <a:bodyPr/>
          <a:lstStyle/>
          <a:p>
            <a:r>
              <a:rPr lang="en-US" dirty="0"/>
              <a:t>Motivation</a:t>
            </a:r>
          </a:p>
        </p:txBody>
      </p:sp>
    </p:spTree>
    <p:extLst>
      <p:ext uri="{BB962C8B-B14F-4D97-AF65-F5344CB8AC3E}">
        <p14:creationId xmlns:p14="http://schemas.microsoft.com/office/powerpoint/2010/main" val="4166016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5900" y="1825625"/>
            <a:ext cx="5519584" cy="4069849"/>
          </a:xfrm>
        </p:spPr>
        <p:txBody>
          <a:bodyPr>
            <a:normAutofit fontScale="77500" lnSpcReduction="20000"/>
          </a:bodyPr>
          <a:lstStyle/>
          <a:p>
            <a:r>
              <a:rPr lang="en-US" dirty="0"/>
              <a:t>The method presented in this study was evaluated across five open access datasets consisting of 275 measurements taken across 235 different subjects. </a:t>
            </a:r>
          </a:p>
          <a:p>
            <a:r>
              <a:rPr lang="en-US" dirty="0"/>
              <a:t>Datasets [14,15,16] consisted of measurements taken from young presumed healthy individuals.</a:t>
            </a:r>
          </a:p>
          <a:p>
            <a:r>
              <a:rPr lang="en-US" dirty="0"/>
              <a:t>Datasets [17] consisted of measurements taken from subjects with diagnosed </a:t>
            </a:r>
            <a:r>
              <a:rPr lang="en-US" dirty="0" err="1"/>
              <a:t>valvular</a:t>
            </a:r>
            <a:r>
              <a:rPr lang="en-US" dirty="0"/>
              <a:t> heart disease.</a:t>
            </a:r>
          </a:p>
          <a:p>
            <a:r>
              <a:rPr lang="en-US" dirty="0"/>
              <a:t>Dataset [18] consisted of measurements taken from subjects during a right heart </a:t>
            </a:r>
            <a:r>
              <a:rPr lang="en-US" dirty="0" err="1"/>
              <a:t>cather</a:t>
            </a:r>
            <a:r>
              <a:rPr lang="en-US" dirty="0"/>
              <a:t> procedure who were diagnosed or suspected to have heart failure.</a:t>
            </a:r>
          </a:p>
        </p:txBody>
      </p:sp>
      <p:sp>
        <p:nvSpPr>
          <p:cNvPr id="3" name="Title 2"/>
          <p:cNvSpPr>
            <a:spLocks noGrp="1"/>
          </p:cNvSpPr>
          <p:nvPr>
            <p:ph type="title"/>
          </p:nvPr>
        </p:nvSpPr>
        <p:spPr/>
        <p:txBody>
          <a:bodyPr/>
          <a:lstStyle/>
          <a:p>
            <a:r>
              <a:rPr lang="en-US" dirty="0"/>
              <a:t>Data Overview</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0542" y="2250168"/>
            <a:ext cx="5594388" cy="2894190"/>
          </a:xfrm>
          <a:prstGeom prst="rect">
            <a:avLst/>
          </a:prstGeom>
        </p:spPr>
      </p:pic>
    </p:spTree>
    <p:extLst>
      <p:ext uri="{BB962C8B-B14F-4D97-AF65-F5344CB8AC3E}">
        <p14:creationId xmlns:p14="http://schemas.microsoft.com/office/powerpoint/2010/main" val="3951163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78028" y="438150"/>
            <a:ext cx="10145029" cy="731083"/>
          </a:xfrm>
        </p:spPr>
        <p:txBody>
          <a:bodyPr/>
          <a:lstStyle/>
          <a:p>
            <a:r>
              <a:rPr lang="en-US" dirty="0"/>
              <a:t>Data Processing Pipeline</a:t>
            </a:r>
          </a:p>
        </p:txBody>
      </p:sp>
      <p:sp>
        <p:nvSpPr>
          <p:cNvPr id="6" name="TextBox 5"/>
          <p:cNvSpPr txBox="1"/>
          <p:nvPr/>
        </p:nvSpPr>
        <p:spPr>
          <a:xfrm>
            <a:off x="1100487" y="1499016"/>
            <a:ext cx="10704418" cy="923330"/>
          </a:xfrm>
          <a:prstGeom prst="rect">
            <a:avLst/>
          </a:prstGeom>
          <a:noFill/>
        </p:spPr>
        <p:txBody>
          <a:bodyPr wrap="square" rtlCol="0">
            <a:spAutoFit/>
          </a:bodyPr>
          <a:lstStyle/>
          <a:p>
            <a:pPr marL="285750" indent="-285750">
              <a:buFont typeface="Arial" panose="020B0604020202020204" pitchFamily="34" charset="0"/>
              <a:buChar char="•"/>
            </a:pPr>
            <a:r>
              <a:rPr lang="en-US" dirty="0"/>
              <a:t>ECG and SCG were acquired at varying sampling frequencies and were all resampled to 200 Hz.</a:t>
            </a:r>
          </a:p>
          <a:p>
            <a:pPr marL="285750" indent="-285750">
              <a:buFont typeface="Arial" panose="020B0604020202020204" pitchFamily="34" charset="0"/>
              <a:buChar char="•"/>
            </a:pPr>
            <a:r>
              <a:rPr lang="en-US" dirty="0"/>
              <a:t>Metrics used to evaluate peak detection method: True Positive Rate (Sensitivity), Positive Prediction Value (Precision), RMSE, and HR MAE.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1993392" y="2645081"/>
            <a:ext cx="7211252" cy="4003860"/>
          </a:xfrm>
        </p:spPr>
      </p:pic>
    </p:spTree>
    <p:extLst>
      <p:ext uri="{BB962C8B-B14F-4D97-AF65-F5344CB8AC3E}">
        <p14:creationId xmlns:p14="http://schemas.microsoft.com/office/powerpoint/2010/main" val="1433335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32648" y="0"/>
            <a:ext cx="3810000" cy="6857999"/>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4494" y="1440000"/>
            <a:ext cx="6772500" cy="5417999"/>
          </a:xfrm>
          <a:prstGeom prst="rect">
            <a:avLst/>
          </a:prstGeom>
        </p:spPr>
      </p:pic>
      <p:sp>
        <p:nvSpPr>
          <p:cNvPr id="10" name="TextBox 9"/>
          <p:cNvSpPr txBox="1"/>
          <p:nvPr/>
        </p:nvSpPr>
        <p:spPr>
          <a:xfrm>
            <a:off x="7601712" y="192024"/>
            <a:ext cx="630936" cy="584775"/>
          </a:xfrm>
          <a:prstGeom prst="rect">
            <a:avLst/>
          </a:prstGeom>
          <a:noFill/>
        </p:spPr>
        <p:txBody>
          <a:bodyPr wrap="square" rtlCol="0">
            <a:spAutoFit/>
          </a:bodyPr>
          <a:lstStyle/>
          <a:p>
            <a:r>
              <a:rPr lang="en-US" sz="3200" b="1" dirty="0"/>
              <a:t>A.</a:t>
            </a:r>
          </a:p>
        </p:txBody>
      </p:sp>
      <p:sp>
        <p:nvSpPr>
          <p:cNvPr id="11" name="TextBox 10"/>
          <p:cNvSpPr txBox="1"/>
          <p:nvPr/>
        </p:nvSpPr>
        <p:spPr>
          <a:xfrm>
            <a:off x="311199" y="1670304"/>
            <a:ext cx="630936" cy="584775"/>
          </a:xfrm>
          <a:prstGeom prst="rect">
            <a:avLst/>
          </a:prstGeom>
          <a:noFill/>
        </p:spPr>
        <p:txBody>
          <a:bodyPr wrap="square" rtlCol="0">
            <a:spAutoFit/>
          </a:bodyPr>
          <a:lstStyle/>
          <a:p>
            <a:r>
              <a:rPr lang="en-US" sz="3200" b="1" dirty="0"/>
              <a:t>B.</a:t>
            </a:r>
          </a:p>
        </p:txBody>
      </p:sp>
      <p:sp>
        <p:nvSpPr>
          <p:cNvPr id="13" name="Title 2"/>
          <p:cNvSpPr>
            <a:spLocks noGrp="1"/>
          </p:cNvSpPr>
          <p:nvPr>
            <p:ph type="title"/>
          </p:nvPr>
        </p:nvSpPr>
        <p:spPr>
          <a:xfrm>
            <a:off x="174039" y="118869"/>
            <a:ext cx="10145029" cy="731083"/>
          </a:xfrm>
        </p:spPr>
        <p:txBody>
          <a:bodyPr>
            <a:normAutofit/>
          </a:bodyPr>
          <a:lstStyle/>
          <a:p>
            <a:r>
              <a:rPr lang="en-US" sz="2000" dirty="0"/>
              <a:t>Decomposition</a:t>
            </a:r>
            <a:r>
              <a:rPr lang="en-US" sz="2000" dirty="0">
                <a:sym typeface="Wingdings" panose="05000000000000000000" pitchFamily="2" charset="2"/>
              </a:rPr>
              <a:t> Reconstruction Envelope Creation</a:t>
            </a:r>
            <a:endParaRPr lang="en-US" sz="2000" dirty="0"/>
          </a:p>
        </p:txBody>
      </p:sp>
    </p:spTree>
    <p:extLst>
      <p:ext uri="{BB962C8B-B14F-4D97-AF65-F5344CB8AC3E}">
        <p14:creationId xmlns:p14="http://schemas.microsoft.com/office/powerpoint/2010/main" val="286052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96950" y="0"/>
            <a:ext cx="5695050" cy="6834059"/>
          </a:xfrm>
        </p:spPr>
      </p:pic>
      <p:pic>
        <p:nvPicPr>
          <p:cNvPr id="3"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954" y="0"/>
            <a:ext cx="5695049" cy="6834059"/>
          </a:xfrm>
          <a:prstGeom prst="rect">
            <a:avLst/>
          </a:prstGeom>
        </p:spPr>
      </p:pic>
      <p:sp>
        <p:nvSpPr>
          <p:cNvPr id="5" name="TextBox 4"/>
          <p:cNvSpPr txBox="1"/>
          <p:nvPr/>
        </p:nvSpPr>
        <p:spPr>
          <a:xfrm>
            <a:off x="-26693" y="303392"/>
            <a:ext cx="919294" cy="400110"/>
          </a:xfrm>
          <a:prstGeom prst="rect">
            <a:avLst/>
          </a:prstGeom>
          <a:noFill/>
        </p:spPr>
        <p:txBody>
          <a:bodyPr wrap="square" rtlCol="0">
            <a:spAutoFit/>
          </a:bodyPr>
          <a:lstStyle/>
          <a:p>
            <a:r>
              <a:rPr lang="en-US" sz="2000" b="1" dirty="0"/>
              <a:t>[14]</a:t>
            </a:r>
          </a:p>
        </p:txBody>
      </p:sp>
      <p:sp>
        <p:nvSpPr>
          <p:cNvPr id="6" name="TextBox 5"/>
          <p:cNvSpPr txBox="1"/>
          <p:nvPr/>
        </p:nvSpPr>
        <p:spPr>
          <a:xfrm>
            <a:off x="6023401" y="303392"/>
            <a:ext cx="919294" cy="400110"/>
          </a:xfrm>
          <a:prstGeom prst="rect">
            <a:avLst/>
          </a:prstGeom>
          <a:noFill/>
        </p:spPr>
        <p:txBody>
          <a:bodyPr wrap="square" rtlCol="0">
            <a:spAutoFit/>
          </a:bodyPr>
          <a:lstStyle/>
          <a:p>
            <a:r>
              <a:rPr lang="en-US" sz="2000" b="1" dirty="0"/>
              <a:t>[17]</a:t>
            </a:r>
          </a:p>
        </p:txBody>
      </p:sp>
    </p:spTree>
    <p:extLst>
      <p:ext uri="{BB962C8B-B14F-4D97-AF65-F5344CB8AC3E}">
        <p14:creationId xmlns:p14="http://schemas.microsoft.com/office/powerpoint/2010/main" val="1432445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78028" y="-37338"/>
            <a:ext cx="10145029" cy="778002"/>
          </a:xfrm>
        </p:spPr>
        <p:txBody>
          <a:bodyPr/>
          <a:lstStyle/>
          <a:p>
            <a:r>
              <a:rPr lang="en-US" dirty="0"/>
              <a:t>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2425" y="437197"/>
            <a:ext cx="4654154" cy="194653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5430" y="3648311"/>
            <a:ext cx="3236704" cy="296723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2425" y="2596464"/>
            <a:ext cx="4574416" cy="2103694"/>
          </a:xfrm>
          <a:prstGeom prst="rect">
            <a:avLst/>
          </a:prstGeom>
        </p:spPr>
      </p:pic>
      <p:sp>
        <p:nvSpPr>
          <p:cNvPr id="9" name="TextBox 8"/>
          <p:cNvSpPr txBox="1"/>
          <p:nvPr/>
        </p:nvSpPr>
        <p:spPr>
          <a:xfrm>
            <a:off x="303025" y="901826"/>
            <a:ext cx="635744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Presumed healthy cohorts [14,15,16]: aggregated TPR, PPV, RMSE, and HRMAE of : 96.5%, 97.4%, 40.6 </a:t>
            </a:r>
            <a:r>
              <a:rPr lang="en-US" dirty="0" err="1"/>
              <a:t>ms</a:t>
            </a:r>
            <a:r>
              <a:rPr lang="en-US" dirty="0"/>
              <a:t>, and 1.6 BPM, respectively. </a:t>
            </a:r>
          </a:p>
          <a:p>
            <a:pPr marL="285750" indent="-285750">
              <a:buFont typeface="Arial" panose="020B0604020202020204" pitchFamily="34" charset="0"/>
              <a:buChar char="•"/>
            </a:pPr>
            <a:r>
              <a:rPr lang="en-US" dirty="0"/>
              <a:t>Noticeable reduction in performance in datasets [17,18], the VHD dataset and RHC dataset. </a:t>
            </a:r>
          </a:p>
          <a:p>
            <a:pPr marL="285750" indent="-285750">
              <a:buFont typeface="Arial" panose="020B0604020202020204" pitchFamily="34" charset="0"/>
              <a:buChar char="•"/>
            </a:pPr>
            <a:r>
              <a:rPr lang="en-US" dirty="0"/>
              <a:t>Evaluated on a large range of heart rates.</a:t>
            </a:r>
          </a:p>
          <a:p>
            <a:pPr marL="285750" indent="-285750">
              <a:buFont typeface="Arial" panose="020B0604020202020204" pitchFamily="34" charset="0"/>
              <a:buChar char="•"/>
            </a:pPr>
            <a:r>
              <a:rPr lang="en-US" dirty="0"/>
              <a:t>Proposed method produced results that were on par or performed slightly better than previous studies.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27579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8027" y="1270989"/>
            <a:ext cx="10145029" cy="4545195"/>
          </a:xfrm>
        </p:spPr>
        <p:txBody>
          <a:bodyPr>
            <a:normAutofit fontScale="77500" lnSpcReduction="20000"/>
          </a:bodyPr>
          <a:lstStyle/>
          <a:p>
            <a:pPr marL="457200" lvl="1" indent="0">
              <a:buNone/>
            </a:pPr>
            <a:r>
              <a:rPr lang="en-US" b="1" dirty="0"/>
              <a:t>    Conclusion:</a:t>
            </a:r>
          </a:p>
          <a:p>
            <a:pPr lvl="1"/>
            <a:r>
              <a:rPr lang="en-US" dirty="0"/>
              <a:t>Results indicate that the proposed method demonstrates high precision in peak detection across presumed healthy subjects with different sensor set-ups and measurement protocols. Performance shows a notable decline in subjects with </a:t>
            </a:r>
            <a:r>
              <a:rPr lang="en-US" dirty="0" err="1"/>
              <a:t>valvular</a:t>
            </a:r>
            <a:r>
              <a:rPr lang="en-US" dirty="0"/>
              <a:t> heart disease and in subjects who had their measurements taken during a RHC procedure.</a:t>
            </a:r>
            <a:br>
              <a:rPr lang="en-US" dirty="0"/>
            </a:br>
            <a:br>
              <a:rPr lang="en-US" dirty="0"/>
            </a:br>
            <a:r>
              <a:rPr lang="en-US" b="1" dirty="0"/>
              <a:t>Limitations:</a:t>
            </a:r>
          </a:p>
          <a:p>
            <a:pPr lvl="1"/>
            <a:r>
              <a:rPr lang="en-US" dirty="0"/>
              <a:t>All datasets were highly skewed to male subjects.</a:t>
            </a:r>
          </a:p>
          <a:p>
            <a:pPr lvl="1"/>
            <a:r>
              <a:rPr lang="en-US" dirty="0"/>
              <a:t>Currently inconclusive if algorithms reduced performance in heart disease cohorts was because of sensor type or the disease status of the patient.</a:t>
            </a:r>
          </a:p>
          <a:p>
            <a:pPr lvl="1"/>
            <a:r>
              <a:rPr lang="en-US" dirty="0"/>
              <a:t>Analysis was restricted to the Z-axis SCG, potential information in X- and Y-axes remains unexplored and gyroscope-based sensors were not considered in this study.</a:t>
            </a:r>
          </a:p>
          <a:p>
            <a:pPr lvl="1"/>
            <a:r>
              <a:rPr lang="en-US" dirty="0"/>
              <a:t>Ectopic beats, arrhythmias, and low signal-to-noise conditions not directly investigated on how they influence peak detection accuracy. </a:t>
            </a:r>
            <a:br>
              <a:rPr lang="en-US" dirty="0"/>
            </a:br>
            <a:br>
              <a:rPr lang="fi-FI" dirty="0"/>
            </a:br>
            <a:r>
              <a:rPr lang="en-US" b="1" dirty="0"/>
              <a:t>Future Directions:</a:t>
            </a:r>
            <a:r>
              <a:rPr lang="en-US" dirty="0"/>
              <a:t> </a:t>
            </a:r>
          </a:p>
          <a:p>
            <a:pPr lvl="1"/>
            <a:r>
              <a:rPr lang="en-US" dirty="0"/>
              <a:t>Extend to multi-axis fusion, include more diverse pathologies, and possibly collect a large collection of signals with a fixed sensor setup and protocol to investigate how disease status effects algorithm performance. </a:t>
            </a:r>
          </a:p>
          <a:p>
            <a:pPr lvl="1"/>
            <a:endParaRPr lang="en-US" dirty="0"/>
          </a:p>
          <a:p>
            <a:endParaRPr lang="en-US" dirty="0"/>
          </a:p>
          <a:p>
            <a:endParaRPr lang="en-US" dirty="0"/>
          </a:p>
        </p:txBody>
      </p:sp>
      <p:sp>
        <p:nvSpPr>
          <p:cNvPr id="3" name="Title 2"/>
          <p:cNvSpPr>
            <a:spLocks noGrp="1"/>
          </p:cNvSpPr>
          <p:nvPr>
            <p:ph type="title"/>
          </p:nvPr>
        </p:nvSpPr>
        <p:spPr>
          <a:xfrm>
            <a:off x="1078027" y="228287"/>
            <a:ext cx="10145029" cy="731083"/>
          </a:xfrm>
        </p:spPr>
        <p:txBody>
          <a:bodyPr/>
          <a:lstStyle/>
          <a:p>
            <a:r>
              <a:rPr lang="en-US" dirty="0"/>
              <a:t>Conclusion and Limitations </a:t>
            </a:r>
          </a:p>
        </p:txBody>
      </p:sp>
    </p:spTree>
    <p:extLst>
      <p:ext uri="{BB962C8B-B14F-4D97-AF65-F5344CB8AC3E}">
        <p14:creationId xmlns:p14="http://schemas.microsoft.com/office/powerpoint/2010/main" val="4103167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160338"/>
            <a:ext cx="4194060" cy="1252538"/>
          </a:xfrm>
        </p:spPr>
        <p:txBody>
          <a:bodyPr/>
          <a:lstStyle/>
          <a:p>
            <a:r>
              <a:rPr lang="en-US" dirty="0"/>
              <a:t>Thank You!</a:t>
            </a:r>
          </a:p>
        </p:txBody>
      </p:sp>
      <p:sp>
        <p:nvSpPr>
          <p:cNvPr id="4" name="AutoShape 2" descr="IMG_5079.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IMG_5079.PNG"/>
          <p:cNvSpPr>
            <a:spLocks noChangeAspect="1" noChangeArrowheads="1"/>
          </p:cNvSpPr>
          <p:nvPr/>
        </p:nvSpPr>
        <p:spPr bwMode="auto">
          <a:xfrm>
            <a:off x="307974" y="7937"/>
            <a:ext cx="4421173" cy="44211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35486" y="0"/>
            <a:ext cx="3163373" cy="68580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28738" y="0"/>
            <a:ext cx="3163373" cy="6858000"/>
          </a:xfrm>
          <a:prstGeom prst="rect">
            <a:avLst/>
          </a:prstGeom>
        </p:spPr>
      </p:pic>
      <p:sp>
        <p:nvSpPr>
          <p:cNvPr id="10" name="TextBox 9"/>
          <p:cNvSpPr txBox="1"/>
          <p:nvPr/>
        </p:nvSpPr>
        <p:spPr>
          <a:xfrm>
            <a:off x="0" y="1565277"/>
            <a:ext cx="5628738"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t>Contact Info: Ismail </a:t>
            </a:r>
            <a:r>
              <a:rPr lang="en-US" b="1" dirty="0" err="1"/>
              <a:t>Elnaggar</a:t>
            </a:r>
            <a:r>
              <a:rPr lang="en-US" b="1" dirty="0"/>
              <a:t>, </a:t>
            </a:r>
            <a:r>
              <a:rPr lang="en-US" b="1" dirty="0">
                <a:hlinkClick r:id="rId4"/>
              </a:rPr>
              <a:t>imelna@utu.fi</a:t>
            </a:r>
            <a:endParaRPr lang="en-US" b="1" dirty="0"/>
          </a:p>
          <a:p>
            <a:pPr marL="285750" indent="-285750">
              <a:buFont typeface="Arial" panose="020B0604020202020204" pitchFamily="34" charset="0"/>
              <a:buChar char="•"/>
            </a:pPr>
            <a:r>
              <a:rPr lang="en-US" b="1" dirty="0" err="1"/>
              <a:t>Github</a:t>
            </a:r>
            <a:r>
              <a:rPr lang="en-US" b="1" dirty="0"/>
              <a:t> link for paper: </a:t>
            </a:r>
            <a:r>
              <a:rPr lang="en-US" b="1" dirty="0">
                <a:hlinkClick r:id="rId5"/>
              </a:rPr>
              <a:t>CHASE2025_Cross_Dataset_SCG_Benchmark</a:t>
            </a:r>
            <a:br>
              <a:rPr lang="en-US" b="1" dirty="0"/>
            </a:br>
            <a:br>
              <a:rPr lang="en-US" b="1" dirty="0"/>
            </a:br>
            <a:br>
              <a:rPr lang="en-US" b="1" dirty="0"/>
            </a:br>
            <a:endParaRPr lang="en-US" b="1" dirty="0"/>
          </a:p>
          <a:p>
            <a:pPr marL="285750" indent="-285750">
              <a:buFont typeface="Arial" panose="020B0604020202020204" pitchFamily="34" charset="0"/>
              <a:buChar char="•"/>
            </a:pPr>
            <a:r>
              <a:rPr lang="en-US" dirty="0"/>
              <a:t>Interested in SCG? Take your own measurements with a smartphone using a free app!</a:t>
            </a:r>
            <a:endParaRPr lang="en-US" b="1" dirty="0">
              <a:hlinkClick r:id="rId6"/>
            </a:endParaRPr>
          </a:p>
          <a:p>
            <a:pPr marL="285750" indent="-285750">
              <a:buFont typeface="Arial" panose="020B0604020202020204" pitchFamily="34" charset="0"/>
              <a:buChar char="•"/>
            </a:pPr>
            <a:r>
              <a:rPr lang="en-US" dirty="0">
                <a:hlinkClick r:id="rId6"/>
              </a:rPr>
              <a:t>https://phyphox.org/</a:t>
            </a:r>
            <a:endParaRPr lang="en-US" dirty="0"/>
          </a:p>
          <a:p>
            <a:pPr marL="285750" indent="-285750">
              <a:buFont typeface="Arial" panose="020B0604020202020204" pitchFamily="34" charset="0"/>
              <a:buChar char="•"/>
            </a:pPr>
            <a:r>
              <a:rPr lang="en-US" dirty="0"/>
              <a:t>Developed by </a:t>
            </a:r>
            <a:r>
              <a:rPr lang="fi-FI" dirty="0"/>
              <a:t>RWTH </a:t>
            </a:r>
            <a:r>
              <a:rPr lang="fi-FI" dirty="0" err="1"/>
              <a:t>Aachen</a:t>
            </a:r>
            <a:r>
              <a:rPr lang="fi-FI" dirty="0"/>
              <a:t> </a:t>
            </a:r>
            <a:r>
              <a:rPr lang="fi-FI" dirty="0" err="1"/>
              <a:t>University</a:t>
            </a:r>
            <a:r>
              <a:rPr lang="fi-FI" dirty="0"/>
              <a:t> in </a:t>
            </a:r>
            <a:br>
              <a:rPr lang="fi-FI" dirty="0"/>
            </a:br>
            <a:r>
              <a:rPr lang="fi-FI" dirty="0" err="1"/>
              <a:t>Aachen</a:t>
            </a:r>
            <a:r>
              <a:rPr lang="fi-FI" dirty="0"/>
              <a:t>, Germany.</a:t>
            </a:r>
          </a:p>
          <a:p>
            <a:pPr marL="285750" indent="-285750">
              <a:buFont typeface="Arial" panose="020B0604020202020204" pitchFamily="34" charset="0"/>
              <a:buChar char="•"/>
            </a:pPr>
            <a:r>
              <a:rPr lang="fi-FI" dirty="0" err="1"/>
              <a:t>Allows</a:t>
            </a:r>
            <a:r>
              <a:rPr lang="fi-FI" dirty="0"/>
              <a:t> </a:t>
            </a:r>
            <a:r>
              <a:rPr lang="fi-FI" dirty="0" err="1"/>
              <a:t>your</a:t>
            </a:r>
            <a:r>
              <a:rPr lang="fi-FI" dirty="0"/>
              <a:t> </a:t>
            </a:r>
            <a:r>
              <a:rPr lang="fi-FI" dirty="0" err="1"/>
              <a:t>phone</a:t>
            </a:r>
            <a:r>
              <a:rPr lang="fi-FI" dirty="0"/>
              <a:t> to </a:t>
            </a:r>
            <a:r>
              <a:rPr lang="fi-FI" dirty="0" err="1"/>
              <a:t>become</a:t>
            </a:r>
            <a:r>
              <a:rPr lang="fi-FI" dirty="0"/>
              <a:t> a </a:t>
            </a:r>
            <a:r>
              <a:rPr lang="fi-FI" dirty="0" err="1"/>
              <a:t>physics</a:t>
            </a:r>
            <a:r>
              <a:rPr lang="fi-FI" dirty="0"/>
              <a:t> ”</a:t>
            </a:r>
            <a:r>
              <a:rPr lang="fi-FI" dirty="0" err="1"/>
              <a:t>lab</a:t>
            </a:r>
            <a:r>
              <a:rPr lang="fi-FI" dirty="0"/>
              <a:t>”</a:t>
            </a:r>
          </a:p>
          <a:p>
            <a:pPr marL="285750" indent="-285750">
              <a:buFont typeface="Arial" panose="020B0604020202020204" pitchFamily="34" charset="0"/>
              <a:buChar char="•"/>
            </a:pPr>
            <a:r>
              <a:rPr lang="en-US" dirty="0"/>
              <a:t>Can be found in app store for iOS/Android</a:t>
            </a:r>
          </a:p>
          <a:p>
            <a:pPr marL="285750" indent="-285750">
              <a:buFont typeface="Arial" panose="020B0604020202020204" pitchFamily="34" charset="0"/>
              <a:buChar char="•"/>
            </a:pPr>
            <a:r>
              <a:rPr lang="en-US" b="1" dirty="0"/>
              <a:t>Do not participate in data collection if you </a:t>
            </a:r>
            <a:br>
              <a:rPr lang="en-US" b="1" dirty="0"/>
            </a:br>
            <a:r>
              <a:rPr lang="en-US" b="1" dirty="0"/>
              <a:t>have an implanted pacemaker / defibrillator </a:t>
            </a:r>
            <a:br>
              <a:rPr lang="en-US" b="1" dirty="0"/>
            </a:br>
            <a:r>
              <a:rPr lang="en-US" b="1" dirty="0"/>
              <a:t>in your chest. If you can’t do the data</a:t>
            </a:r>
            <a:br>
              <a:rPr lang="en-US" b="1" dirty="0"/>
            </a:br>
            <a:r>
              <a:rPr lang="en-US" b="1" dirty="0"/>
              <a:t>collection email me </a:t>
            </a:r>
            <a:r>
              <a:rPr lang="en-US" b="1" dirty="0">
                <a:hlinkClick r:id="rId4"/>
              </a:rPr>
              <a:t>imelna@utu.fi</a:t>
            </a:r>
            <a:r>
              <a:rPr lang="en-US" b="1" dirty="0"/>
              <a:t> and </a:t>
            </a:r>
            <a:br>
              <a:rPr lang="en-US" b="1" dirty="0"/>
            </a:br>
            <a:r>
              <a:rPr lang="en-US" b="1" dirty="0"/>
              <a:t>I will provide you with sample data.</a:t>
            </a:r>
          </a:p>
        </p:txBody>
      </p:sp>
    </p:spTree>
    <p:extLst>
      <p:ext uri="{BB962C8B-B14F-4D97-AF65-F5344CB8AC3E}">
        <p14:creationId xmlns:p14="http://schemas.microsoft.com/office/powerpoint/2010/main" val="105488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fi-FI" dirty="0" err="1"/>
              <a:t>Thank</a:t>
            </a:r>
            <a:r>
              <a:rPr lang="fi-FI" dirty="0"/>
              <a:t> </a:t>
            </a:r>
            <a:r>
              <a:rPr lang="fi-FI" dirty="0" err="1"/>
              <a:t>you</a:t>
            </a:r>
            <a:r>
              <a:rPr lang="fi-FI" dirty="0"/>
              <a:t>!</a:t>
            </a:r>
          </a:p>
        </p:txBody>
      </p:sp>
      <p:sp>
        <p:nvSpPr>
          <p:cNvPr id="3" name="Text Placeholder 2"/>
          <p:cNvSpPr>
            <a:spLocks noGrp="1"/>
          </p:cNvSpPr>
          <p:nvPr>
            <p:ph type="body" sz="quarter" idx="12"/>
          </p:nvPr>
        </p:nvSpPr>
        <p:spPr/>
        <p:txBody>
          <a:bodyPr/>
          <a:lstStyle/>
          <a:p>
            <a:r>
              <a:rPr lang="fi-FI" dirty="0"/>
              <a:t>Ismail Elnaggar, imelna@utu.fi</a:t>
            </a:r>
          </a:p>
        </p:txBody>
      </p:sp>
    </p:spTree>
    <p:extLst>
      <p:ext uri="{BB962C8B-B14F-4D97-AF65-F5344CB8AC3E}">
        <p14:creationId xmlns:p14="http://schemas.microsoft.com/office/powerpoint/2010/main" val="710009167"/>
      </p:ext>
    </p:extLst>
  </p:cSld>
  <p:clrMapOvr>
    <a:masterClrMapping/>
  </p:clrMapOvr>
</p:sld>
</file>

<file path=ppt/theme/theme1.xml><?xml version="1.0" encoding="utf-8"?>
<a:theme xmlns:a="http://schemas.openxmlformats.org/drawingml/2006/main" name="Office Theme">
  <a:themeElements>
    <a:clrScheme name="UTU-2018">
      <a:dk1>
        <a:sysClr val="windowText" lastClr="000000"/>
      </a:dk1>
      <a:lt1>
        <a:sysClr val="window" lastClr="FFFFFF"/>
      </a:lt1>
      <a:dk2>
        <a:srgbClr val="000000"/>
      </a:dk2>
      <a:lt2>
        <a:srgbClr val="FFFFFF"/>
      </a:lt2>
      <a:accent1>
        <a:srgbClr val="78C8D2"/>
      </a:accent1>
      <a:accent2>
        <a:srgbClr val="9063CD"/>
      </a:accent2>
      <a:accent3>
        <a:srgbClr val="ADCB00"/>
      </a:accent3>
      <a:accent4>
        <a:srgbClr val="F8485E"/>
      </a:accent4>
      <a:accent5>
        <a:srgbClr val="868686"/>
      </a:accent5>
      <a:accent6>
        <a:srgbClr val="D9D9D9"/>
      </a:accent6>
      <a:hlink>
        <a:srgbClr val="9063CD"/>
      </a:hlink>
      <a:folHlink>
        <a:srgbClr val="9063C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tu-powerpoint-pohja-en.pptx" id="{677285FA-C875-445D-8593-F296B5A5C968}" vid="{F6029BBF-3BAB-478B-95CD-D6CEBDC205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utu-powerpoint-pohja-en</Template>
  <TotalTime>27344</TotalTime>
  <Words>1065</Words>
  <Application>Microsoft Office PowerPoint</Application>
  <PresentationFormat>Widescreen</PresentationFormat>
  <Paragraphs>82</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Cross-Dataset Validation of a Sensor Agnostic Seismocardiography Peak Detection Method </vt:lpstr>
      <vt:lpstr>Overview</vt:lpstr>
      <vt:lpstr>Seismocardiography</vt:lpstr>
      <vt:lpstr>Practical Applications</vt:lpstr>
      <vt:lpstr>Data Collection Challenges </vt:lpstr>
      <vt:lpstr>Motivation</vt:lpstr>
      <vt:lpstr>Data Overview</vt:lpstr>
      <vt:lpstr>Data Processing Pipeline</vt:lpstr>
      <vt:lpstr>Decomposition Reconstruction Envelope Creation</vt:lpstr>
      <vt:lpstr>PowerPoint Presentation</vt:lpstr>
      <vt:lpstr>Results</vt:lpstr>
      <vt:lpstr>Conclusion and Limitations </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Cross-Dataset Validation of a Sensor Agnostic Seismocardiography Peak Detection Method</dc:title>
  <dc:creator>Ismail Elnaggar</dc:creator>
  <cp:lastModifiedBy>Ismail Elnaggar</cp:lastModifiedBy>
  <cp:revision>6</cp:revision>
  <dcterms:created xsi:type="dcterms:W3CDTF">2022-05-23T22:31:35Z</dcterms:created>
  <dcterms:modified xsi:type="dcterms:W3CDTF">2025-11-26T12:59:31Z</dcterms:modified>
</cp:coreProperties>
</file>